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स्वच्छ पर्यावरण।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पढ़ें।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परिचय।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व्युत्पत्ति।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छन्द।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तीन प्रदूषण।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बाकी प्रदूषण।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वृक्ष-महिमा।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व्यावहारिक उपाय।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सांस्कृतिक आधार।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शब्द।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और शब्द।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मुख्य संदेश।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आज की चुनौतियाँ।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संस्कृत आज।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घूमते हुए जाँचें।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गलतियाँ।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कार्यपत्र।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शुचिपर्यावरणम्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Sanskrit  ·  शुचिपर्यावरणम्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उद्देश्य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पाठ का परिचय।</a:t>
            </a:r>
          </a:p>
          <a:p>
            <a:pPr/>
            <a:r>
              <a:rPr sz="2200"/>
              <a:t>अनुष्टुप् छन्द समझना।</a:t>
            </a:r>
          </a:p>
          <a:p>
            <a:pPr/>
            <a:r>
              <a:rPr sz="2200"/>
              <a:t>पाँच प्रदूषणों की पहचान।</a:t>
            </a:r>
          </a:p>
          <a:p>
            <a:pPr/>
            <a:r>
              <a:rPr sz="2200"/>
              <a:t>वृक्षों के लाभ।</a:t>
            </a:r>
          </a:p>
          <a:p>
            <a:pPr/>
            <a:r>
              <a:rPr sz="2200"/>
              <a:t>संरक्षण के उपाय।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पाठ का परिचय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शेमुषी द्वितीयो भागः का प्रथम पाठ।</a:t>
            </a:r>
          </a:p>
          <a:p>
            <a:pPr/>
            <a:r>
              <a:rPr sz="2200"/>
              <a:t>आधुनिक संस्कृत-काव्य।</a:t>
            </a:r>
          </a:p>
          <a:p>
            <a:pPr/>
            <a:r>
              <a:rPr sz="2200"/>
              <a:t>नौ श्लोक — अनुष्टुप् छन्द।</a:t>
            </a:r>
          </a:p>
          <a:p>
            <a:pPr/>
            <a:r>
              <a:rPr sz="2200"/>
              <a:t>विषय: पर्यावरण-प्रदूषण।</a:t>
            </a:r>
          </a:p>
          <a:p>
            <a:pPr/>
            <a:r>
              <a:rPr sz="2200"/>
              <a:t>संदेश: स्वच्छ पर्यावरण की रक्षा।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शीर्षक का अर्थ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शुचि = पवित्र, स्वच्छ।</a:t>
            </a:r>
          </a:p>
          <a:p>
            <a:pPr/>
            <a:r>
              <a:rPr sz="2200"/>
              <a:t>पर्यावरण = परि (चारों ओर) + आवरण।</a:t>
            </a:r>
          </a:p>
          <a:p>
            <a:pPr/>
            <a:r>
              <a:rPr sz="2200"/>
              <a:t>पर्यावरण = environment।</a:t>
            </a:r>
          </a:p>
          <a:p>
            <a:pPr/>
            <a:r>
              <a:rPr sz="2200"/>
              <a:t>शुचि-पर्यावरणम् = स्वच्छ पर्यावरण।</a:t>
            </a:r>
          </a:p>
          <a:p>
            <a:pPr/>
            <a:r>
              <a:rPr sz="2200"/>
              <a:t>Clean Environment।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अनुष्टुप् छन्द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३२ अक्षरों का छन्द।</a:t>
            </a:r>
          </a:p>
          <a:p>
            <a:pPr/>
            <a:r>
              <a:rPr sz="2200"/>
              <a:t>४ चरण × ८ अक्षर।</a:t>
            </a:r>
          </a:p>
          <a:p>
            <a:pPr/>
            <a:r>
              <a:rPr sz="2200"/>
              <a:t>संस्कृत का सबसे प्रचलित छन्द।</a:t>
            </a:r>
          </a:p>
          <a:p>
            <a:pPr/>
            <a:r>
              <a:rPr sz="2200"/>
              <a:t>रामायण-महाभारत में बहुलता।</a:t>
            </a:r>
          </a:p>
          <a:p>
            <a:pPr/>
            <a:r>
              <a:rPr sz="2200"/>
              <a:t>गाने योग्य लय।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पाँच प्रकार के प्रदूषण — 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वायु-प्रदूषण — कारखानों, गाड़ियों का धुआँ।</a:t>
            </a:r>
          </a:p>
          <a:p>
            <a:pPr/>
            <a:r>
              <a:rPr sz="2200"/>
              <a:t>जल-प्रदूषण — उद्योगों के अपशिष्ट, नालियों का गन्दा पानी।</a:t>
            </a:r>
          </a:p>
          <a:p>
            <a:pPr/>
            <a:r>
              <a:rPr sz="2200"/>
              <a:t>मृदा-प्रदूषण — रसायन, प्लास्टिक।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पाँच प्रकार के प्रदूषण — 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ध्वनि-प्रदूषण — गाड़ियों, मशीनों, लाउडस्पीकर के शोर।</a:t>
            </a:r>
          </a:p>
          <a:p>
            <a:pPr/>
            <a:r>
              <a:rPr sz="2200"/>
              <a:t>वन-नाश — विकास के नाम पर वनों की कटाई।</a:t>
            </a:r>
          </a:p>
          <a:p>
            <a:pPr/>
            <a:r>
              <a:rPr sz="2200"/>
              <a:t>जलवायु परिवर्तन — हरितगृह गैसों से तापमान-वृद्धि।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वृक्ष — सच्चे मित्र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शुद्ध हवा (CO₂ → O₂)।</a:t>
            </a:r>
          </a:p>
          <a:p>
            <a:pPr/>
            <a:r>
              <a:rPr sz="2200"/>
              <a:t>छाया, फल, फूल, औषधि।</a:t>
            </a:r>
          </a:p>
          <a:p>
            <a:pPr/>
            <a:r>
              <a:rPr sz="2200"/>
              <a:t>पशु-पक्षियों का घर।</a:t>
            </a:r>
          </a:p>
          <a:p>
            <a:pPr/>
            <a:r>
              <a:rPr sz="2200"/>
              <a:t>मिट्टी का संरक्षण।</a:t>
            </a:r>
          </a:p>
          <a:p>
            <a:pPr/>
            <a:r>
              <a:rPr sz="2200"/>
              <a:t>एक वृक्ष = सौ पुत्र समान।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संरक्षण के उपाय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वृक्षारोपण।</a:t>
            </a:r>
          </a:p>
          <a:p>
            <a:pPr/>
            <a:r>
              <a:rPr sz="2200"/>
              <a:t>जल-संरक्षण — वर्षा-जल, टपक सिंचाई।</a:t>
            </a:r>
          </a:p>
          <a:p>
            <a:pPr/>
            <a:r>
              <a:rPr sz="2200"/>
              <a:t>ऊर्जा-विवेक — सौर ऊर्जा।</a:t>
            </a:r>
          </a:p>
          <a:p>
            <a:pPr/>
            <a:r>
              <a:rPr sz="2200"/>
              <a:t>कचरा-प्रबंधन — गीला/सूखा अलग।</a:t>
            </a:r>
          </a:p>
          <a:p>
            <a:pPr/>
            <a:r>
              <a:rPr sz="2200"/>
              <a:t>प्लास्टिक-बहिष्कार।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भारतीय परम्परा में प्रकृति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पृथ्वी 'माता' — वैदिक मान्यता।</a:t>
            </a:r>
          </a:p>
          <a:p>
            <a:pPr/>
            <a:r>
              <a:rPr sz="2200"/>
              <a:t>पंचतत्त्व-पूजा।</a:t>
            </a:r>
          </a:p>
          <a:p>
            <a:pPr/>
            <a:r>
              <a:rPr sz="2200"/>
              <a:t>वृक्ष-पूजा (पीपल, बरगद, तुलसी)।</a:t>
            </a:r>
          </a:p>
          <a:p>
            <a:pPr/>
            <a:r>
              <a:rPr sz="2200"/>
              <a:t>नदी-पूजा (गंगा-यमुना)।</a:t>
            </a:r>
          </a:p>
          <a:p>
            <a:pPr/>
            <a:r>
              <a:rPr sz="2200"/>
              <a:t>ईशावास्यमिदं सर्वम् — सब ईश्वर का।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मुख्य संस्कृत शब्द — 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शुचि = पवित्र, स्वच्छ।</a:t>
            </a:r>
          </a:p>
          <a:p>
            <a:pPr/>
            <a:r>
              <a:rPr sz="2200"/>
              <a:t>पर्यावरण = environment।</a:t>
            </a:r>
          </a:p>
          <a:p>
            <a:pPr/>
            <a:r>
              <a:rPr sz="2200"/>
              <a:t>वायु = हवा।</a:t>
            </a:r>
          </a:p>
          <a:p>
            <a:pPr/>
            <a:r>
              <a:rPr sz="2200"/>
              <a:t>जल/सलिल/उदक = पानी।</a:t>
            </a:r>
          </a:p>
          <a:p>
            <a:pPr/>
            <a:r>
              <a:rPr sz="2200"/>
              <a:t>भूमि/मृत्तिका = मिट्टी।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मुख्य संस्कृत शब्द — 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वन/अरण्य = जंगल।</a:t>
            </a:r>
          </a:p>
          <a:p>
            <a:pPr/>
            <a:r>
              <a:rPr sz="2200"/>
              <a:t>वृक्ष/तरु = पेड़।</a:t>
            </a:r>
          </a:p>
          <a:p>
            <a:pPr/>
            <a:r>
              <a:rPr sz="2200"/>
              <a:t>पुष्प/कुसुम = फूल।</a:t>
            </a:r>
          </a:p>
          <a:p>
            <a:pPr/>
            <a:r>
              <a:rPr sz="2200"/>
              <a:t>नदी/तटिनी = नदी।</a:t>
            </a:r>
          </a:p>
          <a:p>
            <a:pPr/>
            <a:r>
              <a:rPr sz="2200"/>
              <a:t>हरित = हरा।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पाठ का मुख्य संदेश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पर्यावरण मानव-जीवन का आधार।</a:t>
            </a:r>
          </a:p>
          <a:p>
            <a:pPr/>
            <a:r>
              <a:rPr sz="2200"/>
              <a:t>विकास के लोभ ने प्रकृति को क्षति पहुँचाई।</a:t>
            </a:r>
          </a:p>
          <a:p>
            <a:pPr/>
            <a:r>
              <a:rPr sz="2200"/>
              <a:t>वृक्ष = सच्चे मित्र; उनकी रक्षा हमारा कर्तव्य।</a:t>
            </a:r>
          </a:p>
          <a:p>
            <a:pPr/>
            <a:r>
              <a:rPr sz="2200"/>
              <a:t>पर्यावरण-संरक्षण नैतिक कर्तव्य।</a:t>
            </a:r>
          </a:p>
          <a:p>
            <a:pPr/>
            <a:r>
              <a:rPr sz="2200"/>
              <a:t>सामूहिक प्रयास से ही समाधान।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आधुनिक प्रासंगिकता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जलवायु परिवर्तन — वैश्विक संकट।</a:t>
            </a:r>
          </a:p>
          <a:p>
            <a:pPr/>
            <a:r>
              <a:rPr sz="2200"/>
              <a:t>प्लास्टिक का प्रदूषण।</a:t>
            </a:r>
          </a:p>
          <a:p>
            <a:pPr/>
            <a:r>
              <a:rPr sz="2200"/>
              <a:t>वायु-गुणवत्ता का गिरना।</a:t>
            </a:r>
          </a:p>
          <a:p>
            <a:pPr/>
            <a:r>
              <a:rPr sz="2200"/>
              <a:t>पानी की कमी।</a:t>
            </a:r>
          </a:p>
          <a:p>
            <a:pPr/>
            <a:r>
              <a:rPr sz="2200"/>
              <a:t>हर व्यक्ति का छोटा प्रयास मायने रखता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संस्कृत की जीवंतता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संस्कृत 'मृत' भाषा नहीं।</a:t>
            </a:r>
          </a:p>
          <a:p>
            <a:pPr/>
            <a:r>
              <a:rPr sz="2200"/>
              <a:t>आधुनिक विषयों पर रचनाएँ।</a:t>
            </a:r>
          </a:p>
          <a:p>
            <a:pPr/>
            <a:r>
              <a:rPr sz="2200"/>
              <a:t>पारम्परिक छन्द में आधुनिक भाव।</a:t>
            </a:r>
          </a:p>
          <a:p>
            <a:pPr/>
            <a:r>
              <a:rPr sz="2200"/>
              <a:t>AI और कंप्यूटर पर भी संस्कृत-शोध।</a:t>
            </a:r>
          </a:p>
          <a:p>
            <a:pPr/>
            <a:r>
              <a:rPr sz="2200"/>
              <a:t>सांस्कृतिक एकता का प्रतीक।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अभ्यास (5 मिनट)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१. 'शुचि' का अर्थ?</a:t>
            </a:r>
          </a:p>
          <a:p>
            <a:pPr/>
            <a:r>
              <a:rPr sz="2200"/>
              <a:t>२. 'पर्यावरण' का संधि-विच्छेद?</a:t>
            </a:r>
          </a:p>
          <a:p>
            <a:pPr/>
            <a:r>
              <a:rPr sz="2200"/>
              <a:t>३. पाँच प्रदूषण के नाम।</a:t>
            </a:r>
          </a:p>
          <a:p>
            <a:pPr/>
            <a:r>
              <a:rPr sz="2200"/>
              <a:t>४. वृक्षों के तीन लाभ।</a:t>
            </a:r>
          </a:p>
          <a:p>
            <a:pPr/>
            <a:r>
              <a:rPr sz="2200"/>
              <a:t>५. एक संरक्षण-उपाय अपने शब्दों में।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त्वरित जाँच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प्र.१. अनुष्टुप् में अक्षर?</a:t>
            </a:r>
          </a:p>
          <a:p>
            <a:pPr/>
            <a:r>
              <a:rPr sz="2200"/>
              <a:t>प्र.२. वृक्षों का मुख्य कार्य?</a:t>
            </a:r>
          </a:p>
          <a:p>
            <a:pPr/>
            <a:r>
              <a:rPr sz="2200"/>
              <a:t>प्र.३. पृथ्वी को क्या माना है?</a:t>
            </a:r>
          </a:p>
          <a:p>
            <a:pPr/>
            <a:r>
              <a:rPr sz="2200"/>
              <a:t>प्र.४. 'दूषित' का अर्थ?</a:t>
            </a:r>
          </a:p>
          <a:p>
            <a:pPr/>
            <a:r>
              <a:rPr sz="2200"/>
              <a:t>उँगलियों पर उत्तर।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मुख्य निष्कर्ष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शुचिपर्यावरणम् — आधुनिक संस्कृत-काव्य का उदाहरण।</a:t>
            </a:r>
          </a:p>
          <a:p>
            <a:pPr/>
            <a:r>
              <a:rPr sz="2200"/>
              <a:t>नौ श्लोक — अनुष्टुप् छन्द।</a:t>
            </a:r>
          </a:p>
          <a:p>
            <a:pPr/>
            <a:r>
              <a:rPr sz="2200"/>
              <a:t>पाँच प्रदूषण: वायु-जल-मृदा-ध्वनि-वन।</a:t>
            </a:r>
          </a:p>
          <a:p>
            <a:pPr/>
            <a:r>
              <a:rPr sz="2200"/>
              <a:t>वृक्ष = सच्चे मित्र; पृथ्वी = माता।</a:t>
            </a:r>
          </a:p>
          <a:p>
            <a:pPr/>
            <a:r>
              <a:rPr sz="2200"/>
              <a:t>पर्यावरण-संरक्षण नैतिक कर्तव्य; सामूहिक प्रयास से ही सम्भव।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