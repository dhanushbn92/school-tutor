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story + two poems.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Setting + author.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Storm and despair.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letter.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Reply + anger.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Central irony.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themes.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Symbolic reversal.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 +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Symbol → emotion.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relevant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Unifying theme.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and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most-missed.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worksheet.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 Letter to God / Dust of Snow / Fire and 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10  ·  English  ·  A Letter to God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Recall the plot of 'A Letter to God'.</a:t>
            </a:r>
          </a:p>
          <a:p>
            <a:pPr/>
            <a:r>
              <a:rPr sz="2200"/>
              <a:t>Analyse the central irony.</a:t>
            </a:r>
          </a:p>
          <a:p>
            <a:pPr/>
            <a:r>
              <a:rPr sz="2200"/>
              <a:t>Explain 'Dust of Snow' and its symbolic reversal.</a:t>
            </a:r>
          </a:p>
          <a:p>
            <a:pPr/>
            <a:r>
              <a:rPr sz="2200"/>
              <a:t>Explain Frost's argument in 'Fire and Ice'.</a:t>
            </a:r>
          </a:p>
          <a:p>
            <a:pPr/>
            <a:r>
              <a:rPr sz="2200"/>
              <a:t>Connect the three pieces — power of small things.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Letter to God — Setting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Set in MEXICO.</a:t>
            </a:r>
          </a:p>
          <a:p>
            <a:pPr/>
            <a:r>
              <a:rPr sz="2200"/>
              <a:t>Lencho's lonely farmhouse on a hill.</a:t>
            </a:r>
          </a:p>
          <a:p>
            <a:pPr/>
            <a:r>
              <a:rPr sz="2200"/>
              <a:t>Cornfield needs rain.</a:t>
            </a:r>
          </a:p>
          <a:p>
            <a:pPr/>
            <a:r>
              <a:rPr sz="2200"/>
              <a:t>Author: Gregorio López y Fuentes (1895-1966).</a:t>
            </a:r>
          </a:p>
          <a:p>
            <a:pPr/>
            <a:r>
              <a:rPr sz="2200"/>
              <a:t>Tradition: Magical Realism.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Plot — first half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Heavy rain comes — but turns to HAILSTONES the size of acorns.</a:t>
            </a:r>
          </a:p>
          <a:p>
            <a:pPr/>
            <a:r>
              <a:rPr sz="2200"/>
              <a:t>Storm lasts an hour.</a:t>
            </a:r>
          </a:p>
          <a:p>
            <a:pPr/>
            <a:r>
              <a:rPr sz="2200"/>
              <a:t>Field WHITE 'as if covered with salt'.</a:t>
            </a:r>
          </a:p>
          <a:p>
            <a:pPr/>
            <a:r>
              <a:rPr sz="2200"/>
              <a:t>Crop totally destroyed.</a:t>
            </a:r>
          </a:p>
          <a:p>
            <a:pPr/>
            <a:r>
              <a:rPr sz="2200"/>
              <a:t>Lencho's only hope: GOD.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Plot — Lencho's letter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Lencho writes to God for 100 PESOS.</a:t>
            </a:r>
          </a:p>
          <a:p>
            <a:pPr/>
            <a:r>
              <a:rPr sz="2200"/>
              <a:t>Specific purpose: to plant fields again + live till next harvest.</a:t>
            </a:r>
          </a:p>
          <a:p>
            <a:pPr/>
            <a:r>
              <a:rPr sz="2200"/>
              <a:t>Addresses envelope simply 'To God'.</a:t>
            </a:r>
          </a:p>
          <a:p>
            <a:pPr/>
            <a:r>
              <a:rPr sz="2200"/>
              <a:t>Posts it.</a:t>
            </a:r>
          </a:p>
          <a:p>
            <a:pPr/>
            <a:r>
              <a:rPr sz="2200"/>
              <a:t>Faith — total and direct.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Plot — the postmaster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Postman finds the letter.</a:t>
            </a:r>
          </a:p>
          <a:p>
            <a:pPr/>
            <a:r>
              <a:rPr sz="2200"/>
              <a:t>Postmaster — fat, AMIABLE — laughs at first.</a:t>
            </a:r>
          </a:p>
          <a:p>
            <a:pPr/>
            <a:r>
              <a:rPr sz="2200"/>
              <a:t>But: doesn't want to SHAKE Lencho's faith.</a:t>
            </a:r>
          </a:p>
          <a:p>
            <a:pPr/>
            <a:r>
              <a:rPr sz="2200"/>
              <a:t>Asks employees to contribute + adds his salary.</a:t>
            </a:r>
          </a:p>
          <a:p>
            <a:pPr/>
            <a:r>
              <a:rPr sz="2200"/>
              <a:t>Collects 70 PESOS.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Plot — the reply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Money in envelope addressed to Lencho.</a:t>
            </a:r>
          </a:p>
          <a:p>
            <a:pPr/>
            <a:r>
              <a:rPr sz="2200"/>
              <a:t>Signed simply 'GOD'.</a:t>
            </a:r>
          </a:p>
          <a:p>
            <a:pPr/>
            <a:r>
              <a:rPr sz="2200"/>
              <a:t>Lencho comes to post office, takes envelope.</a:t>
            </a:r>
          </a:p>
          <a:p>
            <a:pPr/>
            <a:r>
              <a:rPr sz="2200"/>
              <a:t>Counts: 70 pesos.</a:t>
            </a:r>
          </a:p>
          <a:p>
            <a:pPr/>
            <a:r>
              <a:rPr sz="2200"/>
              <a:t>Reaction: ANGER.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Plot — the irony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Lencho writes a SECOND letter to God.</a:t>
            </a:r>
          </a:p>
          <a:p>
            <a:pPr/>
            <a:r>
              <a:rPr sz="2200"/>
              <a:t>Complains: 30 pesos missing.</a:t>
            </a:r>
          </a:p>
          <a:p>
            <a:pPr/>
            <a:r>
              <a:rPr sz="2200"/>
              <a:t>Accuses post office staff: 'a bunch of crooks'.</a:t>
            </a:r>
          </a:p>
          <a:p>
            <a:pPr/>
            <a:r>
              <a:rPr sz="2200"/>
              <a:t>Reader sees what Lencho cannot.</a:t>
            </a:r>
          </a:p>
          <a:p>
            <a:pPr/>
            <a:r>
              <a:rPr sz="2200"/>
              <a:t>The 'crooks' are the helpers.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Themes — A Letter to God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FAITH — Lencho's unshakeable trust.</a:t>
            </a:r>
          </a:p>
          <a:p>
            <a:pPr/>
            <a:r>
              <a:rPr sz="2200"/>
              <a:t>COMPASSION — postmaster's kindness.</a:t>
            </a:r>
          </a:p>
          <a:p>
            <a:pPr/>
            <a:r>
              <a:rPr sz="2200"/>
              <a:t>IRONY — gap between perception and reality.</a:t>
            </a:r>
          </a:p>
          <a:p>
            <a:pPr/>
            <a:r>
              <a:rPr sz="2200"/>
              <a:t>PERCEPTION — Lencho's rigid world-view.</a:t>
            </a:r>
          </a:p>
          <a:p>
            <a:pPr/>
            <a:r>
              <a:rPr sz="2200"/>
              <a:t>NATURE — friend (rain) and foe (hail).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Dust of Snow — by Robert Frost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8-line poem (1923).</a:t>
            </a:r>
          </a:p>
          <a:p>
            <a:pPr/>
            <a:r>
              <a:rPr sz="2200"/>
              <a:t>Two stanzas of 4 lines each.</a:t>
            </a:r>
          </a:p>
          <a:p>
            <a:pPr/>
            <a:r>
              <a:rPr sz="2200"/>
              <a:t>ABAB CDCD rhyme scheme.</a:t>
            </a:r>
          </a:p>
          <a:p>
            <a:pPr/>
            <a:r>
              <a:rPr sz="2200"/>
              <a:t>Single moment, single sentence.</a:t>
            </a:r>
          </a:p>
          <a:p>
            <a:pPr/>
            <a:r>
              <a:rPr sz="2200"/>
              <a:t>Author: Robert Frost (USA, 1874-1963).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Dust of Snow — what happens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Speaker walking under HEMLOCK TREE.</a:t>
            </a:r>
          </a:p>
          <a:p>
            <a:pPr/>
            <a:r>
              <a:rPr sz="2200"/>
              <a:t>CROW lands on a branch.</a:t>
            </a:r>
          </a:p>
          <a:p>
            <a:pPr/>
            <a:r>
              <a:rPr sz="2200"/>
              <a:t>Snow shaken loose, falls on speaker.</a:t>
            </a:r>
          </a:p>
          <a:p>
            <a:pPr/>
            <a:r>
              <a:rPr sz="2200"/>
              <a:t>Cold flakes — surprise gift.</a:t>
            </a:r>
          </a:p>
          <a:p>
            <a:pPr/>
            <a:r>
              <a:rPr sz="2200"/>
              <a:t>Mood LIFTS.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Dust of Snow — symbols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CROW = traditional symbol of bad luck.</a:t>
            </a:r>
          </a:p>
          <a:p>
            <a:pPr/>
            <a:r>
              <a:rPr sz="2200"/>
              <a:t>HEMLOCK = poisonous tree (Socrates' poison).</a:t>
            </a:r>
          </a:p>
          <a:p>
            <a:pPr/>
            <a:r>
              <a:rPr sz="2200"/>
              <a:t>Both 'dark' images.</a:t>
            </a:r>
          </a:p>
          <a:p>
            <a:pPr/>
            <a:r>
              <a:rPr sz="2200"/>
              <a:t>Yet they DELIVER joy.</a:t>
            </a:r>
          </a:p>
          <a:p>
            <a:pPr/>
            <a:r>
              <a:rPr sz="2200"/>
              <a:t>Quiet REVERSAL — gloom carries blessing.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Dust of Snow — meaning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Speaker had RUED the day (regretted it).</a:t>
            </a:r>
          </a:p>
          <a:p>
            <a:pPr/>
            <a:r>
              <a:rPr sz="2200"/>
              <a:t>Tiny moment SAVES part of the day.</a:t>
            </a:r>
          </a:p>
          <a:p>
            <a:pPr/>
            <a:r>
              <a:rPr sz="2200"/>
              <a:t>Power of SMALL THINGS.</a:t>
            </a:r>
          </a:p>
          <a:p>
            <a:pPr/>
            <a:r>
              <a:rPr sz="2200"/>
              <a:t>Nature as healer.</a:t>
            </a:r>
          </a:p>
          <a:p>
            <a:pPr/>
            <a:r>
              <a:rPr sz="2200"/>
              <a:t>Joy from unexpected sources.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Fire and Ice — by Robert Frost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9-line poem (1920).</a:t>
            </a:r>
          </a:p>
          <a:p>
            <a:pPr/>
            <a:r>
              <a:rPr sz="2200"/>
              <a:t>Casual, conversational tone.</a:t>
            </a:r>
          </a:p>
          <a:p>
            <a:pPr/>
            <a:r>
              <a:rPr sz="2200"/>
              <a:t>Question: how will the world end?</a:t>
            </a:r>
          </a:p>
          <a:p>
            <a:pPr/>
            <a:r>
              <a:rPr sz="2200"/>
              <a:t>Two camps: FIRE vs ICE.</a:t>
            </a:r>
          </a:p>
          <a:p>
            <a:pPr/>
            <a:r>
              <a:rPr sz="2200"/>
              <a:t>Speaker: BOTH would suffice.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Fire and Ice — symbols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FIRE = DESIRE (hot, consuming, all-or-nothing).</a:t>
            </a:r>
          </a:p>
          <a:p>
            <a:pPr/>
            <a:r>
              <a:rPr sz="2200"/>
              <a:t>ICE = HATE (cold, slow, deadening).</a:t>
            </a:r>
          </a:p>
          <a:p>
            <a:pPr/>
            <a:r>
              <a:rPr sz="2200"/>
              <a:t>Both linked to HUMAN emotions.</a:t>
            </a:r>
          </a:p>
          <a:p>
            <a:pPr/>
            <a:r>
              <a:rPr sz="2200"/>
              <a:t>Both equally capable of destroying a world.</a:t>
            </a:r>
          </a:p>
          <a:p>
            <a:pPr/>
            <a:r>
              <a:rPr sz="2200"/>
              <a:t>The apocalypse is INSIDE us.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Fire and Ice —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Climate change — driven by HUMAN DESIRE — is fire.</a:t>
            </a:r>
          </a:p>
          <a:p>
            <a:pPr/>
            <a:r>
              <a:rPr sz="2200"/>
              <a:t>War and division — driven by HUMAN HATE — is ice.</a:t>
            </a:r>
          </a:p>
          <a:p>
            <a:pPr/>
            <a:r>
              <a:rPr sz="2200"/>
              <a:t>Personal life — same forces in miniature.</a:t>
            </a:r>
          </a:p>
          <a:p>
            <a:pPr/>
            <a:r>
              <a:rPr sz="2200"/>
              <a:t>Frost's calm tone makes it more chilling.</a:t>
            </a:r>
          </a:p>
          <a:p>
            <a:pPr/>
            <a:r>
              <a:rPr sz="2200"/>
              <a:t>A call to MORAL AWARENESS.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Connecting the chapter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Small EVENTS in 'A Letter to God' (storm, letter).</a:t>
            </a:r>
          </a:p>
          <a:p>
            <a:pPr/>
            <a:r>
              <a:rPr sz="2200"/>
              <a:t>Small MOMENTS in 'Dust of Snow' (snowflake).</a:t>
            </a:r>
          </a:p>
          <a:p>
            <a:pPr/>
            <a:r>
              <a:rPr sz="2200"/>
              <a:t>Small EMOTIONS in 'Fire and Ice' (desire, hate).</a:t>
            </a:r>
          </a:p>
          <a:p>
            <a:pPr/>
            <a:r>
              <a:rPr sz="2200"/>
              <a:t>All have GREAT POWER in human life.</a:t>
            </a:r>
          </a:p>
          <a:p>
            <a:pPr/>
            <a:r>
              <a:rPr sz="2200"/>
              <a:t>Pay attention to SMALL THINGS.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You try (5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Why is the postmaster's response important?</a:t>
            </a:r>
          </a:p>
          <a:p>
            <a:pPr/>
            <a:r>
              <a:rPr sz="2200"/>
              <a:t>2. Why does Frost choose a CROW and HEMLOCK?</a:t>
            </a:r>
          </a:p>
          <a:p>
            <a:pPr/>
            <a:r>
              <a:rPr sz="2200"/>
              <a:t>3. Fire stands for what emotion?</a:t>
            </a:r>
          </a:p>
          <a:p>
            <a:pPr/>
            <a:r>
              <a:rPr sz="2200"/>
              <a:t>4. What SHOULD Lencho have done after receiving 70 pesos?</a:t>
            </a:r>
          </a:p>
          <a:p>
            <a:pPr/>
            <a:r>
              <a:rPr sz="2200"/>
              <a:t>5. What unifies the three pieces?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How much did Lencho ask for?</a:t>
            </a:r>
          </a:p>
          <a:p>
            <a:pPr/>
            <a:r>
              <a:rPr sz="2200"/>
              <a:t>Q2. How much was sent?</a:t>
            </a:r>
          </a:p>
          <a:p>
            <a:pPr/>
            <a:r>
              <a:rPr sz="2200"/>
              <a:t>Q3. Hemlock = ?</a:t>
            </a:r>
          </a:p>
          <a:p>
            <a:pPr/>
            <a:r>
              <a:rPr sz="2200"/>
              <a:t>Q4. Ice = ?</a:t>
            </a:r>
          </a:p>
          <a:p>
            <a:pPr/>
            <a:r>
              <a:rPr sz="2200"/>
              <a:t>Show fingers.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 Letter to God — faith + compassion + irony.</a:t>
            </a:r>
          </a:p>
          <a:p>
            <a:pPr/>
            <a:r>
              <a:rPr sz="2200"/>
              <a:t>Lencho's blindness reveals our own.</a:t>
            </a:r>
          </a:p>
          <a:p>
            <a:pPr/>
            <a:r>
              <a:rPr sz="2200"/>
              <a:t>Dust of Snow — small things heal mood.</a:t>
            </a:r>
          </a:p>
          <a:p>
            <a:pPr/>
            <a:r>
              <a:rPr sz="2200"/>
              <a:t>Fire and Ice — desire and hate equally destructive.</a:t>
            </a:r>
          </a:p>
          <a:p>
            <a:pPr/>
            <a:r>
              <a:rPr sz="2200"/>
              <a:t>Across the chapter: small things have great power.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