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countries, two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Linguistic 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Step-by-step alienation.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Step-by-step accommodation.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 of two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Same-level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Different-level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Group-level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Party-level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Power-sharing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Social Science (Civics)  ·  Power-sharing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Describe Belgium and Sri Lanka.</a:t>
            </a:r>
          </a:p>
          <a:p>
            <a:pPr/>
            <a:r>
              <a:rPr sz="2200"/>
              <a:t>Explain Sri Lanka's majoritarianism + civil war.</a:t>
            </a:r>
          </a:p>
          <a:p>
            <a:pPr/>
            <a:r>
              <a:rPr sz="2200"/>
              <a:t>List Belgium's power-sharing features.</a:t>
            </a:r>
          </a:p>
          <a:p>
            <a:pPr/>
            <a:r>
              <a:rPr sz="2200"/>
              <a:t>Distinguish prudential and moral reasons.</a:t>
            </a:r>
          </a:p>
          <a:p>
            <a:pPr/>
            <a:r>
              <a:rPr sz="2200"/>
              <a:t>Compare horizontal and vertical power-sharing.</a:t>
            </a:r>
          </a:p>
          <a:p>
            <a:pPr/>
            <a:r>
              <a:rPr sz="2200"/>
              <a:t>Identify social-group and party-level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 — ethnic mosaic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Smaller than Haryana.</a:t>
            </a:r>
          </a:p>
          <a:p>
            <a:pPr/>
            <a:r>
              <a:rPr sz="2200"/>
              <a:t>59% Dutch (Flemish).</a:t>
            </a:r>
          </a:p>
          <a:p>
            <a:pPr/>
            <a:r>
              <a:rPr sz="2200"/>
              <a:t>40% French (Wallonia).</a:t>
            </a:r>
          </a:p>
          <a:p>
            <a:pPr/>
            <a:r>
              <a:rPr sz="2200"/>
              <a:t>1% German.</a:t>
            </a:r>
          </a:p>
          <a:p>
            <a:pPr/>
            <a:r>
              <a:rPr sz="2200"/>
              <a:t>Brussels is reverse: 80% French, 20% Dutch.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Sri Lanka — ethnic mosaic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74% Sinhala-speakers.</a:t>
            </a:r>
          </a:p>
          <a:p>
            <a:pPr/>
            <a:r>
              <a:rPr sz="2200"/>
              <a:t>18% Tamil-speakers.</a:t>
            </a:r>
          </a:p>
          <a:p>
            <a:pPr/>
            <a:r>
              <a:rPr sz="2200"/>
              <a:t>Tamils: Sri Lankan (13%) + Indian (5%).</a:t>
            </a:r>
          </a:p>
          <a:p>
            <a:pPr/>
            <a:r>
              <a:rPr sz="2200"/>
              <a:t>Buddhists, Hindus, Muslims, Christians (7%).</a:t>
            </a:r>
          </a:p>
          <a:p>
            <a:pPr/>
            <a:r>
              <a:rPr sz="2200"/>
              <a:t>Independent in 1948.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Sri Lanka — majoritarian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1956 — Sinhala-only Act.</a:t>
            </a:r>
          </a:p>
          <a:p>
            <a:pPr/>
            <a:r>
              <a:rPr sz="2200"/>
              <a:t>Preferential jobs / universities for Sinhalese.</a:t>
            </a:r>
          </a:p>
          <a:p>
            <a:pPr/>
            <a:r>
              <a:rPr sz="2200"/>
              <a:t>Constitution fosters Buddhism.</a:t>
            </a:r>
          </a:p>
          <a:p>
            <a:pPr/>
            <a:r>
              <a:rPr sz="2200"/>
              <a:t>Tamils alienated; autonomy denied.</a:t>
            </a:r>
          </a:p>
          <a:p>
            <a:pPr/>
            <a:r>
              <a:rPr sz="2200"/>
              <a:t>1980s — demand for Tamil EELAM.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Sri Lanka — civil war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Distrust → widespread conflict → CIVIL WAR.</a:t>
            </a:r>
          </a:p>
          <a:p>
            <a:pPr/>
            <a:r>
              <a:rPr sz="2200"/>
              <a:t>Thousands killed.</a:t>
            </a:r>
          </a:p>
          <a:p>
            <a:pPr/>
            <a:r>
              <a:rPr sz="2200"/>
              <a:t>Massive displacement and refugees.</a:t>
            </a:r>
          </a:p>
          <a:p>
            <a:pPr/>
            <a:r>
              <a:rPr sz="2200"/>
              <a:t>Severe social, cultural, economic setback.</a:t>
            </a:r>
          </a:p>
          <a:p>
            <a:pPr/>
            <a:r>
              <a:rPr sz="2200"/>
              <a:t>War ended 2009.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 — accommodation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Recognised diversity instead of denying it.</a:t>
            </a:r>
          </a:p>
          <a:p>
            <a:pPr/>
            <a:r>
              <a:rPr sz="2200"/>
              <a:t>4 constitutional amendments 1970–93.</a:t>
            </a:r>
          </a:p>
          <a:p>
            <a:pPr/>
            <a:r>
              <a:rPr sz="2200"/>
              <a:t>Equal Dutch–French ministers in central government.</a:t>
            </a:r>
          </a:p>
          <a:p>
            <a:pPr/>
            <a:r>
              <a:rPr sz="2200"/>
              <a:t>Strong state governments (NOT subordinate).</a:t>
            </a:r>
          </a:p>
          <a:p>
            <a:pPr/>
            <a:r>
              <a:rPr sz="2200"/>
              <a:t>Brussels has equal representation.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Belgium's COMMUNITY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Elected by people of one language community.</a:t>
            </a:r>
          </a:p>
          <a:p>
            <a:pPr/>
            <a:r>
              <a:rPr sz="2200"/>
              <a:t>No matter where they live.</a:t>
            </a:r>
          </a:p>
          <a:p>
            <a:pPr/>
            <a:r>
              <a:rPr sz="2200"/>
              <a:t>Looks after CULTURE, EDUCATION, LANGUAGE.</a:t>
            </a:r>
          </a:p>
          <a:p>
            <a:pPr/>
            <a:r>
              <a:rPr sz="2200"/>
              <a:t>Three: Dutch, French, German.</a:t>
            </a:r>
          </a:p>
          <a:p>
            <a:pPr/>
            <a:r>
              <a:rPr sz="2200"/>
              <a:t>A unique 4th tier — beyond centre / state / local.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Did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Avoided civic strife between the two communities.</a:t>
            </a:r>
          </a:p>
          <a:p>
            <a:pPr/>
            <a:r>
              <a:rPr sz="2200"/>
              <a:t>Country stayed together; no division on linguistic lines.</a:t>
            </a:r>
          </a:p>
          <a:p>
            <a:pPr/>
            <a:r>
              <a:rPr sz="2200"/>
              <a:t>Brussels — chosen as headquarters of EU.</a:t>
            </a:r>
          </a:p>
          <a:p>
            <a:pPr/>
            <a:r>
              <a:rPr sz="2200"/>
              <a:t>Belgian model is COMPLEX but effective.</a:t>
            </a:r>
          </a:p>
          <a:p>
            <a:pPr/>
            <a:r>
              <a:rPr sz="2200"/>
              <a:t>Sri Lanka is recovering from a quarter-century war.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share power? — Prudential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Reduces conflict between social groups.</a:t>
            </a:r>
          </a:p>
          <a:p>
            <a:pPr/>
            <a:r>
              <a:rPr sz="2200"/>
              <a:t>Conflict often becomes violent + destabilising.</a:t>
            </a:r>
          </a:p>
          <a:p>
            <a:pPr/>
            <a:r>
              <a:rPr sz="2200"/>
              <a:t>Imposing the majority looks easy short-term.</a:t>
            </a:r>
          </a:p>
          <a:p>
            <a:pPr/>
            <a:r>
              <a:rPr sz="2200"/>
              <a:t>But undermines national unity long-term.</a:t>
            </a:r>
          </a:p>
          <a:p>
            <a:pPr/>
            <a:r>
              <a:rPr sz="2200"/>
              <a:t>Tyranny of majority hurts majority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share power? — Moral 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Power-sharing is the very SPIRIT of democracy.</a:t>
            </a:r>
          </a:p>
          <a:p>
            <a:pPr/>
            <a:r>
              <a:rPr sz="2200"/>
              <a:t>People have right to be CONSULTED.</a:t>
            </a:r>
          </a:p>
          <a:p>
            <a:pPr/>
            <a:r>
              <a:rPr sz="2200"/>
              <a:t>A legitimate government — citizens have a stake.</a:t>
            </a:r>
          </a:p>
          <a:p>
            <a:pPr/>
            <a:r>
              <a:rPr sz="2200"/>
              <a:t>Outcome: better.</a:t>
            </a:r>
          </a:p>
          <a:p>
            <a:pPr/>
            <a:r>
              <a:rPr sz="2200"/>
              <a:t>Spirit: right in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1 — HORIZONTAL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Among legislature, executive, judiciary.</a:t>
            </a:r>
          </a:p>
          <a:p>
            <a:pPr/>
            <a:r>
              <a:rPr sz="2200"/>
              <a:t>Same level — each can check the others.</a:t>
            </a:r>
          </a:p>
          <a:p>
            <a:pPr/>
            <a:r>
              <a:rPr sz="2200"/>
              <a:t>System of CHECKS AND BALANCES.</a:t>
            </a:r>
          </a:p>
          <a:p>
            <a:pPr/>
            <a:r>
              <a:rPr sz="2200"/>
              <a:t>E.g. Supreme Court strikes down a law.</a:t>
            </a:r>
          </a:p>
          <a:p>
            <a:pPr/>
            <a:r>
              <a:rPr sz="2200"/>
              <a:t>Executive answerable to Parliament.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2 — VERTICAL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Among levels of government.</a:t>
            </a:r>
          </a:p>
          <a:p>
            <a:pPr/>
            <a:r>
              <a:rPr sz="2200"/>
              <a:t>In India: UNION + STATE + LOCAL.</a:t>
            </a:r>
          </a:p>
          <a:p>
            <a:pPr/>
            <a:r>
              <a:rPr sz="2200"/>
              <a:t>Constitution clearly assigns powers.</a:t>
            </a:r>
          </a:p>
          <a:p>
            <a:pPr/>
            <a:r>
              <a:rPr sz="2200"/>
              <a:t>Done in Belgium.</a:t>
            </a:r>
          </a:p>
          <a:p>
            <a:pPr/>
            <a:r>
              <a:rPr sz="2200"/>
              <a:t>Not done in Sri Lanka — denied.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3 — SOCIAL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Power shared across linguistic / religious groups.</a:t>
            </a:r>
          </a:p>
          <a:p>
            <a:pPr/>
            <a:r>
              <a:rPr sz="2200"/>
              <a:t>Belgian COMMUNITY GOVERNMENT.</a:t>
            </a:r>
          </a:p>
          <a:p>
            <a:pPr/>
            <a:r>
              <a:rPr sz="2200"/>
              <a:t>RESERVED CONSTITUENCIES for SC, ST, women in India.</a:t>
            </a:r>
          </a:p>
          <a:p>
            <a:pPr/>
            <a:r>
              <a:rPr sz="2200"/>
              <a:t>Gives minorities a fair share in power.</a:t>
            </a:r>
          </a:p>
          <a:p>
            <a:pPr/>
            <a:r>
              <a:rPr sz="2200"/>
              <a:t>Prevents alienation.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4 — PARTIES + PRESSURE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Multiple parties compete in elections.</a:t>
            </a:r>
          </a:p>
          <a:p>
            <a:pPr/>
            <a:r>
              <a:rPr sz="2200"/>
              <a:t>COALITION governments share power between parties.</a:t>
            </a:r>
          </a:p>
          <a:p>
            <a:pPr/>
            <a:r>
              <a:rPr sz="2200"/>
              <a:t>Pressure groups (farmers, traders, workers).</a:t>
            </a:r>
          </a:p>
          <a:p>
            <a:pPr/>
            <a:r>
              <a:rPr sz="2200"/>
              <a:t>Movements influence policy.</a:t>
            </a:r>
          </a:p>
          <a:p>
            <a:pPr/>
            <a:r>
              <a:rPr sz="2200"/>
              <a:t>Power doesn't stay in one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One reason Sri Lankan Tamils felt alienated.</a:t>
            </a:r>
          </a:p>
          <a:p>
            <a:pPr/>
            <a:r>
              <a:rPr sz="2200"/>
              <a:t>2. Two features of Belgium's central government.</a:t>
            </a:r>
          </a:p>
          <a:p>
            <a:pPr/>
            <a:r>
              <a:rPr sz="2200"/>
              <a:t>3. Define horizontal vs vertical sharing.</a:t>
            </a:r>
          </a:p>
          <a:p>
            <a:pPr/>
            <a:r>
              <a:rPr sz="2200"/>
              <a:t>4. Give one Indian example of social-group sharing.</a:t>
            </a:r>
          </a:p>
          <a:p>
            <a:pPr/>
            <a:r>
              <a:rPr sz="2200"/>
              <a:t>5. Why is the Belgian model called 'complicated'?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1956 — what happened in Sri Lanka?</a:t>
            </a:r>
          </a:p>
          <a:p>
            <a:pPr/>
            <a:r>
              <a:rPr sz="2200"/>
              <a:t>Q2. Brussels' EU significance?</a:t>
            </a:r>
          </a:p>
          <a:p>
            <a:pPr/>
            <a:r>
              <a:rPr sz="2200"/>
              <a:t>Q3. Prudential vs moral reason?</a:t>
            </a:r>
          </a:p>
          <a:p>
            <a:pPr/>
            <a:r>
              <a:rPr sz="2200"/>
              <a:t>Q4. SC reserved seats — which form?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Belgium accommodated diversity; Sri Lanka chose majoritarianism — and civil war.</a:t>
            </a:r>
          </a:p>
          <a:p>
            <a:pPr/>
            <a:r>
              <a:rPr sz="2200"/>
              <a:t>Belgium: equal ministers + state govts + Brussels deal + community govt.</a:t>
            </a:r>
          </a:p>
          <a:p>
            <a:pPr/>
            <a:r>
              <a:rPr sz="2200"/>
              <a:t>Sri Lanka: Sinhala-only language + pro-Buddhism + denied autonomy.</a:t>
            </a:r>
          </a:p>
          <a:p>
            <a:pPr/>
            <a:r>
              <a:rPr sz="2200"/>
              <a:t>Two reasons for power-sharing: prudential + moral.</a:t>
            </a:r>
          </a:p>
          <a:p>
            <a:pPr/>
            <a:r>
              <a:rPr sz="2200"/>
              <a:t>Four forms: horizontal, vertical, social-group, parties.</a:t>
            </a:r>
          </a:p>
          <a:p>
            <a:pPr/>
            <a:r>
              <a:rPr sz="2200"/>
              <a:t>In a democracy, power MUST be distributed among as many citizens as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