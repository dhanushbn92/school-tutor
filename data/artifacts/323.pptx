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बुद्धि सदैव बल से बड़ी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अध्ययन-लक्ष्य।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विष्णुशर्मा।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कथा-स्थान।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अत्याचार।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समझौता।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शशक का चिन्तन।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रणनीति-१।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रणनीति-२।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अंतिम चाल।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मृत्यु।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चार पहलू।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मूल भाव।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तुलना।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शब्दार्थ।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आज भी सही।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जोड़ी में चर्चा।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ज्ञान-जाँच।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कार्यपत्र।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बुद्धिर्बलवती सदा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Sanskrit  ·  बुद्धिर्बलवती सदा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उद्देश्य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पंचतन्त्र का परिचय।</a:t>
            </a:r>
          </a:p>
          <a:p>
            <a:pPr/>
            <a:r>
              <a:rPr sz="2200"/>
              <a:t>सिंह-शशक कथा का सारांश।</a:t>
            </a:r>
          </a:p>
          <a:p>
            <a:pPr/>
            <a:r>
              <a:rPr sz="2200"/>
              <a:t>शशक की चालाकी का विश्लेषण।</a:t>
            </a:r>
          </a:p>
          <a:p>
            <a:pPr/>
            <a:r>
              <a:rPr sz="2200"/>
              <a:t>मुख्य संदेश को समझना।</a:t>
            </a:r>
          </a:p>
          <a:p>
            <a:pPr/>
            <a:r>
              <a:rPr sz="2200"/>
              <a:t>आधुनिक जीवन में प्रासंगिकता।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पंचतन्त्र — परिचय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संस्कृत साहित्य का सर्वोत्कृष्ट नीति-कथा-संग्रह।</a:t>
            </a:r>
          </a:p>
          <a:p>
            <a:pPr/>
            <a:r>
              <a:rPr sz="2200"/>
              <a:t>लेखक — विष्णुशर्मा (लगभग ३००-५०० ई.)।</a:t>
            </a:r>
          </a:p>
          <a:p>
            <a:pPr/>
            <a:r>
              <a:rPr sz="2200"/>
              <a:t>पाँच तन्त्र — मित्रभेद, मित्रलाभ, काकोलूकीय, लब्धप्रणाश, अपरीक्षितकारक।</a:t>
            </a:r>
          </a:p>
          <a:p>
            <a:pPr/>
            <a:r>
              <a:rPr sz="2200"/>
              <a:t>विश्व का सर्वाधिक अनुवादित ग्रन्थ।</a:t>
            </a:r>
          </a:p>
          <a:p>
            <a:pPr/>
            <a:r>
              <a:rPr sz="2200"/>
              <a:t>उद्देश्य — राजकुमारों को नीति-शास्त्र सिखाना।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कथा का स्थान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यह कथा 'मित्रभेद' तन्त्र से ली गई है।</a:t>
            </a:r>
          </a:p>
          <a:p>
            <a:pPr/>
            <a:r>
              <a:rPr sz="2200"/>
              <a:t>एक घने वन में स्थित।</a:t>
            </a:r>
          </a:p>
          <a:p>
            <a:pPr/>
            <a:r>
              <a:rPr sz="2200"/>
              <a:t>पात्र — सिंह भासुरक, अनेक पशु, छोटा शशक।</a:t>
            </a:r>
          </a:p>
          <a:p>
            <a:pPr/>
            <a:r>
              <a:rPr sz="2200"/>
              <a:t>विषय — अहंकार बनाम बुद्धि।</a:t>
            </a:r>
          </a:p>
          <a:p>
            <a:pPr/>
            <a:r>
              <a:rPr sz="2200"/>
              <a:t>मूल भाव — शक्ति का अकेला प्रयोग असफल।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भासुरक का अत्याचार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भासुरक — विशाल, बलवान सिंह।</a:t>
            </a:r>
          </a:p>
          <a:p>
            <a:pPr/>
            <a:r>
              <a:rPr sz="2200"/>
              <a:t>प्रतिदिन अनेक पशुओं का शिकार।</a:t>
            </a:r>
          </a:p>
          <a:p>
            <a:pPr/>
            <a:r>
              <a:rPr sz="2200"/>
              <a:t>वन में आतंक का माहौल।</a:t>
            </a:r>
          </a:p>
          <a:p>
            <a:pPr/>
            <a:r>
              <a:rPr sz="2200"/>
              <a:t>पशुओं ने एक सभा की।</a:t>
            </a:r>
          </a:p>
          <a:p>
            <a:pPr/>
            <a:r>
              <a:rPr sz="2200"/>
              <a:t>समस्या — कैसे बचें?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पशुओं का प्रस्ताव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पशु सिंह के पास गए।</a:t>
            </a:r>
          </a:p>
          <a:p>
            <a:pPr/>
            <a:r>
              <a:rPr sz="2200"/>
              <a:t>प्रस्ताव — हम प्रतिदिन एक पशु भेजेंगे।</a:t>
            </a:r>
          </a:p>
          <a:p>
            <a:pPr/>
            <a:r>
              <a:rPr sz="2200"/>
              <a:t>तुम केवल उसे खाना — दूसरों को नहीं।</a:t>
            </a:r>
          </a:p>
          <a:p>
            <a:pPr/>
            <a:r>
              <a:rPr sz="2200"/>
              <a:t>सिंह ने मान लिया।</a:t>
            </a:r>
          </a:p>
          <a:p>
            <a:pPr/>
            <a:r>
              <a:rPr sz="2200"/>
              <a:t>शर्त — समय पर भोजन पहुँचना।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शशक की बारी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प्रत्येक दिन एक पशु बलिदान।</a:t>
            </a:r>
          </a:p>
          <a:p>
            <a:pPr/>
            <a:r>
              <a:rPr sz="2200"/>
              <a:t>एक दिन शशक की बारी आई।</a:t>
            </a:r>
          </a:p>
          <a:p>
            <a:pPr/>
            <a:r>
              <a:rPr sz="2200"/>
              <a:t>शशक छोटा — पर बुद्धिमान।</a:t>
            </a:r>
          </a:p>
          <a:p>
            <a:pPr/>
            <a:r>
              <a:rPr sz="2200"/>
              <a:t>मन में सोचा — 'दोनों मार्ग पर मृत्यु'।</a:t>
            </a:r>
          </a:p>
          <a:p>
            <a:pPr/>
            <a:r>
              <a:rPr sz="2200"/>
              <a:t>तीसरा मार्ग खोजने का संकल्प।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शशक की पहली चाल — देरी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शशक धीरे-धीरे चला।</a:t>
            </a:r>
          </a:p>
          <a:p>
            <a:pPr/>
            <a:r>
              <a:rPr sz="2200"/>
              <a:t>जान-बूझकर देर से पहुँचा।</a:t>
            </a:r>
          </a:p>
          <a:p>
            <a:pPr/>
            <a:r>
              <a:rPr sz="2200"/>
              <a:t>सिंह क्रोधित — भूख और प्रतीक्षा।</a:t>
            </a:r>
          </a:p>
          <a:p>
            <a:pPr/>
            <a:r>
              <a:rPr sz="2200"/>
              <a:t>क्रोध = बुद्धि-नाश।</a:t>
            </a:r>
          </a:p>
          <a:p>
            <a:pPr/>
            <a:r>
              <a:rPr sz="2200"/>
              <a:t>शशक ने स्थिति का लाभ उठाया।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शशक की दूसरी चाल — झूठ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'महाराज, मार्ग में दूसरा सिंह मिला'।</a:t>
            </a:r>
          </a:p>
          <a:p>
            <a:pPr/>
            <a:r>
              <a:rPr sz="2200"/>
              <a:t>'उसने सबको खा लिया'।</a:t>
            </a:r>
          </a:p>
          <a:p>
            <a:pPr/>
            <a:r>
              <a:rPr sz="2200"/>
              <a:t>'मैं बच कर आया'।</a:t>
            </a:r>
          </a:p>
          <a:p>
            <a:pPr/>
            <a:r>
              <a:rPr sz="2200"/>
              <a:t>अहंकार पर सीधा प्रहार।</a:t>
            </a:r>
          </a:p>
          <a:p>
            <a:pPr/>
            <a:r>
              <a:rPr sz="2200"/>
              <a:t>सिंह क्रोध में अंधा हो गया।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शशक की तीसरी चाल — कुएँ की चाल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'चलिए, मैं उस सिंह को दिखाता हूँ'।</a:t>
            </a:r>
          </a:p>
          <a:p>
            <a:pPr/>
            <a:r>
              <a:rPr sz="2200"/>
              <a:t>शशक सिंह को कुएँ के पास ले गया।</a:t>
            </a:r>
          </a:p>
          <a:p>
            <a:pPr/>
            <a:r>
              <a:rPr sz="2200"/>
              <a:t>कुएँ में झाँकने पर सिंह को अपना प्रतिबिम्ब दिखा।</a:t>
            </a:r>
          </a:p>
          <a:p>
            <a:pPr/>
            <a:r>
              <a:rPr sz="2200"/>
              <a:t>उसने इसे 'दूसरा सिंह' समझा।</a:t>
            </a:r>
          </a:p>
          <a:p>
            <a:pPr/>
            <a:r>
              <a:rPr sz="2200"/>
              <a:t>क्रोध में कुएँ में कूद गया।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सिंह की मृत्यु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कुएँ में कूदने से सिंह डूब गया।</a:t>
            </a:r>
          </a:p>
          <a:p>
            <a:pPr/>
            <a:r>
              <a:rPr sz="2200"/>
              <a:t>मृत्यु के तीन कारण — अहंकार + क्रोध + बुद्धि-अभाव।</a:t>
            </a:r>
          </a:p>
          <a:p>
            <a:pPr/>
            <a:r>
              <a:rPr sz="2200"/>
              <a:t>बल अकेले निरर्थक।</a:t>
            </a:r>
          </a:p>
          <a:p>
            <a:pPr/>
            <a:r>
              <a:rPr sz="2200"/>
              <a:t>बुद्धि के बिना शक्ति आत्म-विनाशकारी।</a:t>
            </a:r>
          </a:p>
          <a:p>
            <a:pPr/>
            <a:r>
              <a:rPr sz="2200"/>
              <a:t>सब पशु निर्भय हुए।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शशक की बुद्धि के पहलू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विश्लेषणात्मक — समस्या समझना।</a:t>
            </a:r>
          </a:p>
          <a:p>
            <a:pPr/>
            <a:r>
              <a:rPr sz="2200"/>
              <a:t>रणनीतिक — योजना बनाना।</a:t>
            </a:r>
          </a:p>
          <a:p>
            <a:pPr/>
            <a:r>
              <a:rPr sz="2200"/>
              <a:t>मनोविज्ञानात्मक — कमज़ोरी पहचानना।</a:t>
            </a:r>
          </a:p>
          <a:p>
            <a:pPr/>
            <a:r>
              <a:rPr sz="2200"/>
              <a:t>निष्पादन — योजना को अंजाम देना।</a:t>
            </a:r>
          </a:p>
          <a:p>
            <a:pPr/>
            <a:r>
              <a:rPr sz="2200"/>
              <a:t>कुल मिलाकर — चातुर्य।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मुख्य संदेश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बुद्धि सदैव बल से बड़ी है।</a:t>
            </a:r>
          </a:p>
          <a:p>
            <a:pPr/>
            <a:r>
              <a:rPr sz="2200"/>
              <a:t>अहंकार और क्रोध विनाश के बीज हैं।</a:t>
            </a:r>
          </a:p>
          <a:p>
            <a:pPr/>
            <a:r>
              <a:rPr sz="2200"/>
              <a:t>छोटा होना कमज़ोरी नहीं।</a:t>
            </a:r>
          </a:p>
          <a:p>
            <a:pPr/>
            <a:r>
              <a:rPr sz="2200"/>
              <a:t>शक्ति का सही उपयोग — बुद्धि से।</a:t>
            </a:r>
          </a:p>
          <a:p>
            <a:pPr/>
            <a:r>
              <a:rPr sz="2200"/>
              <a:t>नीति-शास्त्र की मूल शिक्षा।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चरित्र-विश्लेषण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शशक — छोटा शरीर, बड़ी बुद्धि।</a:t>
            </a:r>
          </a:p>
          <a:p>
            <a:pPr/>
            <a:r>
              <a:rPr sz="2200"/>
              <a:t>साहसी, धैर्यवान, चतुर।</a:t>
            </a:r>
          </a:p>
          <a:p>
            <a:pPr/>
            <a:r>
              <a:rPr sz="2200"/>
              <a:t>भासुरक — विशाल, बलवान।</a:t>
            </a:r>
          </a:p>
          <a:p>
            <a:pPr/>
            <a:r>
              <a:rPr sz="2200"/>
              <a:t>अहंकारी, क्रोधी, बुद्धि-शून्य।</a:t>
            </a:r>
          </a:p>
          <a:p>
            <a:pPr/>
            <a:r>
              <a:rPr sz="2200"/>
              <a:t>मूल अंतर — 'भीतर से' बनाम 'बाहर से' शक्ति।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मुख्य संस्कृत शब्द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शशकः — खरगोश।</a:t>
            </a:r>
          </a:p>
          <a:p>
            <a:pPr/>
            <a:r>
              <a:rPr sz="2200"/>
              <a:t>सिंहः / केसरी — शेर।</a:t>
            </a:r>
          </a:p>
          <a:p>
            <a:pPr/>
            <a:r>
              <a:rPr sz="2200"/>
              <a:t>बुद्धिः — विवेक।</a:t>
            </a:r>
          </a:p>
          <a:p>
            <a:pPr/>
            <a:r>
              <a:rPr sz="2200"/>
              <a:t>बलम् — शक्ति।</a:t>
            </a:r>
          </a:p>
          <a:p>
            <a:pPr/>
            <a:r>
              <a:rPr sz="2200"/>
              <a:t>कूपः — कुआँ। प्रतिबिम्ब — परछाई।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आधुनिक प्रासंगिकता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कार्य-स्थल — बुद्धि सत्ता से बड़ी।</a:t>
            </a:r>
          </a:p>
          <a:p>
            <a:pPr/>
            <a:r>
              <a:rPr sz="2200"/>
              <a:t>शिक्षा — परीक्षा में बुद्धि चलती है।</a:t>
            </a:r>
          </a:p>
          <a:p>
            <a:pPr/>
            <a:r>
              <a:rPr sz="2200"/>
              <a:t>राजनीति — रणनीति का महत्त्व।</a:t>
            </a:r>
          </a:p>
          <a:p>
            <a:pPr/>
            <a:r>
              <a:rPr sz="2200"/>
              <a:t>व्यापार — सूझबूझ की भूमिका।</a:t>
            </a:r>
          </a:p>
          <a:p>
            <a:pPr/>
            <a:r>
              <a:rPr sz="2200"/>
              <a:t>AI के युग में और भी प्रासंगिक।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अभ्यास (5 मिनट)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१. पंचतन्त्र के लेखक कौन हैं?</a:t>
            </a:r>
          </a:p>
          <a:p>
            <a:pPr/>
            <a:r>
              <a:rPr sz="2200"/>
              <a:t>२. शशक ने कितनी चालें चलीं?</a:t>
            </a:r>
          </a:p>
          <a:p>
            <a:pPr/>
            <a:r>
              <a:rPr sz="2200"/>
              <a:t>३. सिंह की मृत्यु का कारण?</a:t>
            </a:r>
          </a:p>
          <a:p>
            <a:pPr/>
            <a:r>
              <a:rPr sz="2200"/>
              <a:t>४. कुएँ की चाल समझाएँ।</a:t>
            </a:r>
          </a:p>
          <a:p>
            <a:pPr/>
            <a:r>
              <a:rPr sz="2200"/>
              <a:t>५. आधुनिक उदाहरण दीजिए।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त्वरित जाँच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प्र.१. भासुरक कौन था?</a:t>
            </a:r>
          </a:p>
          <a:p>
            <a:pPr/>
            <a:r>
              <a:rPr sz="2200"/>
              <a:t>प्र.२. कथा किस तन्त्र से है?</a:t>
            </a:r>
          </a:p>
          <a:p>
            <a:pPr/>
            <a:r>
              <a:rPr sz="2200"/>
              <a:t>प्र.३. शशक की मुख्य शक्ति?</a:t>
            </a:r>
          </a:p>
          <a:p>
            <a:pPr/>
            <a:r>
              <a:rPr sz="2200"/>
              <a:t>प्र.४. कुआँ क्या प्रतीक है?</a:t>
            </a:r>
          </a:p>
          <a:p>
            <a:pPr/>
            <a:r>
              <a:rPr sz="2200"/>
              <a:t>उँगलियों पर उत्तर।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मुख्य निष्कर्ष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पंचतन्त्र — विश्व का सर्वोत्कृष्ट नीति-ग्रन्थ।</a:t>
            </a:r>
          </a:p>
          <a:p>
            <a:pPr/>
            <a:r>
              <a:rPr sz="2200"/>
              <a:t>बुद्धिर्बलवती सदा — मूल संदेश।</a:t>
            </a:r>
          </a:p>
          <a:p>
            <a:pPr/>
            <a:r>
              <a:rPr sz="2200"/>
              <a:t>शशक की चालाकी — विश्लेषण, रणनीति, मनोविज्ञान, निष्पादन।</a:t>
            </a:r>
          </a:p>
          <a:p>
            <a:pPr/>
            <a:r>
              <a:rPr sz="2200"/>
              <a:t>सिंह का अंत — अहंकार + क्रोध + बुद्धि-अभाव।</a:t>
            </a:r>
          </a:p>
          <a:p>
            <a:pPr/>
            <a:r>
              <a:rPr sz="2200"/>
              <a:t>नीति-शास्त्र की सर्वकालिक शिक्षा।</a:t>
            </a:r>
          </a:p>
          <a:p>
            <a:pPr/>
            <a:r>
              <a:rPr sz="2200"/>
              <a:t>आधुनिक जीवन में पूर्ण प्रासंगिक।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