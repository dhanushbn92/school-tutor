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तुलसीदास का अमर मोती।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पढ़ें।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परिचय।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मानस का परिचय।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पृष्ठभूमि।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परशुराम।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द्वैत।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क्रोध का दृश्य।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राम की वाणी।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व्यंग्य।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वाक्पटुता।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मध्यस्थता।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अंतिम दृश्य।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शैली।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अलंकार-रस।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घूमते हुए जाँचें।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गलतियाँ देखें।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कार्यपत्र।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राम-लक्ष्मण-परशुराम संवाद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Hindi  ·  राम-लक्ष्मण-परशुराम संवाद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उद्देश्य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तुलसीदास का परिचय।</a:t>
            </a:r>
          </a:p>
          <a:p>
            <a:pPr/>
            <a:r>
              <a:rPr sz="2200"/>
              <a:t>धनुष-यज्ञ की पृष्ठभूमि।</a:t>
            </a:r>
          </a:p>
          <a:p>
            <a:pPr/>
            <a:r>
              <a:rPr sz="2200"/>
              <a:t>तीन पात्रों का चरित्र-विश्लेषण।</a:t>
            </a:r>
          </a:p>
          <a:p>
            <a:pPr/>
            <a:r>
              <a:rPr sz="2200"/>
              <a:t>अलंकार और रस।</a:t>
            </a:r>
          </a:p>
          <a:p>
            <a:pPr/>
            <a:r>
              <a:rPr sz="2200"/>
              <a:t>पाठ का संदेश।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तुलसीदास का परिचय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गोस्वामी तुलसीदास (१५३२–१६२३)।</a:t>
            </a:r>
          </a:p>
          <a:p>
            <a:pPr/>
            <a:r>
              <a:rPr sz="2200"/>
              <a:t>हिन्दी भक्ति-काव्य के सर्वोच्च कवि।</a:t>
            </a:r>
          </a:p>
          <a:p>
            <a:pPr/>
            <a:r>
              <a:rPr sz="2200"/>
              <a:t>सगुण-राम-भक्ति धारा।</a:t>
            </a:r>
          </a:p>
          <a:p>
            <a:pPr/>
            <a:r>
              <a:rPr sz="2200"/>
              <a:t>प्रमुख कृति — रामचरितमानस।</a:t>
            </a:r>
          </a:p>
          <a:p>
            <a:pPr/>
            <a:r>
              <a:rPr sz="2200"/>
              <a:t>अन्य — विनयपत्रिका, कवितावली, दोहावली।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रामचरितमानस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सात काण्ड — बाल, अयोध्या, अरण्य, किष्किन्धा, सुन्दर, लंका, उत्तर।</a:t>
            </a:r>
          </a:p>
          <a:p>
            <a:pPr/>
            <a:r>
              <a:rPr sz="2200"/>
              <a:t>मुख्य भाषा — अवधी।</a:t>
            </a:r>
          </a:p>
          <a:p>
            <a:pPr/>
            <a:r>
              <a:rPr sz="2200"/>
              <a:t>मुख्य छन्द — दोहा + चौपाई।</a:t>
            </a:r>
          </a:p>
          <a:p>
            <a:pPr/>
            <a:r>
              <a:rPr sz="2200"/>
              <a:t>वाल्मीकि-रामायण का अवधी पुनराख्यान।</a:t>
            </a:r>
          </a:p>
          <a:p>
            <a:pPr/>
            <a:r>
              <a:rPr sz="2200"/>
              <a:t>आज भी लाखों घरों में पाठ।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प्रसंग की पृष्ठभूमि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राजा जनक की पुत्री सीता का स्वयंवर।</a:t>
            </a:r>
          </a:p>
          <a:p>
            <a:pPr/>
            <a:r>
              <a:rPr sz="2200"/>
              <a:t>शर्त — शिव-धनुष पर प्रत्यंचा।</a:t>
            </a:r>
          </a:p>
          <a:p>
            <a:pPr/>
            <a:r>
              <a:rPr sz="2200"/>
              <a:t>अनेक राजा-योद्धा असफल।</a:t>
            </a:r>
          </a:p>
          <a:p>
            <a:pPr/>
            <a:r>
              <a:rPr sz="2200"/>
              <a:t>विश्वामित्र की आज्ञा से राम ने धनुष तोड़ा।</a:t>
            </a:r>
          </a:p>
          <a:p>
            <a:pPr/>
            <a:r>
              <a:rPr sz="2200"/>
              <a:t>धनुष-भंग की भयानक ध्वनि।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परशुराम का परिचय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विष्णु के छठे अवतार।</a:t>
            </a:r>
          </a:p>
          <a:p>
            <a:pPr/>
            <a:r>
              <a:rPr sz="2200"/>
              <a:t>जमदग्नि और रेणुका के पुत्र।</a:t>
            </a:r>
          </a:p>
          <a:p>
            <a:pPr/>
            <a:r>
              <a:rPr sz="2200"/>
              <a:t>शिव के परम भक्त।</a:t>
            </a:r>
          </a:p>
          <a:p>
            <a:pPr/>
            <a:r>
              <a:rPr sz="2200"/>
              <a:t>हाथ में फरसा (परशु)।</a:t>
            </a:r>
          </a:p>
          <a:p>
            <a:pPr/>
            <a:r>
              <a:rPr sz="2200"/>
              <a:t>इक्कीस बार पृथ्वी को क्षत्रिय-रहित।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परशुराम का चरित्र-द्वैत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ब्राह्म-तेज + क्षात्र-तेज।</a:t>
            </a:r>
          </a:p>
          <a:p>
            <a:pPr/>
            <a:r>
              <a:rPr sz="2200"/>
              <a:t>तपस्वी ब्राह्मण + उग्र क्षत्रिय।</a:t>
            </a:r>
          </a:p>
          <a:p>
            <a:pPr/>
            <a:r>
              <a:rPr sz="2200"/>
              <a:t>शान्त भक्त + क्रोधी योद्धा।</a:t>
            </a:r>
          </a:p>
          <a:p>
            <a:pPr/>
            <a:r>
              <a:rPr sz="2200"/>
              <a:t>अहंकारी पर न्याय-प्रेमी।</a:t>
            </a:r>
          </a:p>
          <a:p>
            <a:pPr/>
            <a:r>
              <a:rPr sz="2200"/>
              <a:t>अंत में सत्य को पहचानने वाले।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संवाद का प्रथम चरण — परशुराम का क्रोध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सभा में आते ही गरजते हैं।</a:t>
            </a:r>
          </a:p>
          <a:p>
            <a:pPr/>
            <a:r>
              <a:rPr sz="2200"/>
              <a:t>'धनुष-तोड़क खड़ा हो जाए!'</a:t>
            </a:r>
          </a:p>
          <a:p>
            <a:pPr/>
            <a:r>
              <a:rPr sz="2200"/>
              <a:t>धमकी — संहार की।</a:t>
            </a:r>
          </a:p>
          <a:p>
            <a:pPr/>
            <a:r>
              <a:rPr sz="2200"/>
              <a:t>फरसा हाथ में लिए दौड़ते हैं।</a:t>
            </a:r>
          </a:p>
          <a:p>
            <a:pPr/>
            <a:r>
              <a:rPr sz="2200"/>
              <a:t>अग्नि-समान क्रोध।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राम का उत्तर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शान्त, गंभीर स्वभाव।</a:t>
            </a:r>
          </a:p>
          <a:p>
            <a:pPr/>
            <a:r>
              <a:rPr sz="2200"/>
              <a:t>विनम्रता और मधुर वाणी।</a:t>
            </a:r>
          </a:p>
          <a:p>
            <a:pPr/>
            <a:r>
              <a:rPr sz="2200"/>
              <a:t>'जिसने भी तोड़ा, वह आपका दास होगा।'</a:t>
            </a:r>
          </a:p>
          <a:p>
            <a:pPr/>
            <a:r>
              <a:rPr sz="2200"/>
              <a:t>स्वयं को 'दास' कहना — विनय का चरम।</a:t>
            </a:r>
          </a:p>
          <a:p>
            <a:pPr/>
            <a:r>
              <a:rPr sz="2200"/>
              <a:t>मर्यादा-पुरुषोत्तम का परिचय।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लक्ष्मण का व्यंग्य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मुस्कुराते हुए तीखा प्रहार।</a:t>
            </a:r>
          </a:p>
          <a:p>
            <a:pPr/>
            <a:r>
              <a:rPr sz="2200"/>
              <a:t>'इस छोटी-सी पुरानी लकड़ी पर इतना क्रोध?'</a:t>
            </a:r>
          </a:p>
          <a:p>
            <a:pPr/>
            <a:r>
              <a:rPr sz="2200"/>
              <a:t>'बाल्यकाल में हमने अनेक धनुष तोड़े।'</a:t>
            </a:r>
          </a:p>
          <a:p>
            <a:pPr/>
            <a:r>
              <a:rPr sz="2200"/>
              <a:t>ब्राह्मण-धर्म पर टिप्पणी — 'क्रोध-हिंसा क्यों?'</a:t>
            </a:r>
          </a:p>
          <a:p>
            <a:pPr/>
            <a:r>
              <a:rPr sz="2200"/>
              <a:t>'इक्कीस बार की डींग' पर चुटकी।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लक्ष्मण की वाक्पटुता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कठोर पर तर्कसंगत।</a:t>
            </a:r>
          </a:p>
          <a:p>
            <a:pPr/>
            <a:r>
              <a:rPr sz="2200"/>
              <a:t>ब्राह्मण-धर्म बनाम क्षत्रिय-धर्म।</a:t>
            </a:r>
          </a:p>
          <a:p>
            <a:pPr/>
            <a:r>
              <a:rPr sz="2200"/>
              <a:t>बड़ों के सम्मान का तर्क।</a:t>
            </a:r>
          </a:p>
          <a:p>
            <a:pPr/>
            <a:r>
              <a:rPr sz="2200"/>
              <a:t>धनुष-बाण भी पास हैं — पर मर्यादा से चुप।</a:t>
            </a:r>
          </a:p>
          <a:p>
            <a:pPr/>
            <a:r>
              <a:rPr sz="2200"/>
              <a:t>तर्क + साहस का संगम।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विश्वामित्र की मध्यस्थता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क्रोध बढ़ता देख विश्वामित्र बीच में।</a:t>
            </a:r>
          </a:p>
          <a:p>
            <a:pPr/>
            <a:r>
              <a:rPr sz="2200"/>
              <a:t>परशुराम को समझाते हैं।</a:t>
            </a:r>
          </a:p>
          <a:p>
            <a:pPr/>
            <a:r>
              <a:rPr sz="2200"/>
              <a:t>'राम स्वयं विष्णु के अवतार हैं।'</a:t>
            </a:r>
          </a:p>
          <a:p>
            <a:pPr/>
            <a:r>
              <a:rPr sz="2200"/>
              <a:t>'अपने ही प्रकाश से क्यों लड़ना?'</a:t>
            </a:r>
          </a:p>
          <a:p>
            <a:pPr/>
            <a:r>
              <a:rPr sz="2200"/>
              <a:t>बुद्धिमान मध्यस्थ की भूमिका।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अंत — परशुराम की पहचान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क्रोध शान्त।</a:t>
            </a:r>
          </a:p>
          <a:p>
            <a:pPr/>
            <a:r>
              <a:rPr sz="2200"/>
              <a:t>राम को धनुष-बाण सौंपकर विदा।</a:t>
            </a:r>
          </a:p>
          <a:p>
            <a:pPr/>
            <a:r>
              <a:rPr sz="2200"/>
              <a:t>महान-आत्मा का प्रमाण — गलती स्वीकारना।</a:t>
            </a:r>
          </a:p>
          <a:p>
            <a:pPr/>
            <a:r>
              <a:rPr sz="2200"/>
              <a:t>ब्राह्म-तेज की अंतिम विजय।</a:t>
            </a:r>
          </a:p>
          <a:p>
            <a:pPr/>
            <a:r>
              <a:rPr sz="2200"/>
              <a:t>क्षात्र-तेज का संयम।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तुलसीदास की शैली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नाटकीय (dramatic) शैली।</a:t>
            </a:r>
          </a:p>
          <a:p>
            <a:pPr/>
            <a:r>
              <a:rPr sz="2200"/>
              <a:t>जीवंत संवाद — रंगमंचीय।</a:t>
            </a:r>
          </a:p>
          <a:p>
            <a:pPr/>
            <a:r>
              <a:rPr sz="2200"/>
              <a:t>हर पात्र की अलग आवाज़।</a:t>
            </a:r>
          </a:p>
          <a:p>
            <a:pPr/>
            <a:r>
              <a:rPr sz="2200"/>
              <a:t>भाव-परिवर्तन स्पष्ट।</a:t>
            </a:r>
          </a:p>
          <a:p>
            <a:pPr/>
            <a:r>
              <a:rPr sz="2200"/>
              <a:t>लोक-स्वीकार्य अवधी भाषा।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अलंकार और रस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अलंकार — उपमा, रूपक, अनुप्रास।</a:t>
            </a:r>
          </a:p>
          <a:p>
            <a:pPr/>
            <a:r>
              <a:rPr sz="2200"/>
              <a:t>अतिशयोक्ति, व्यंग्य, श्लेष।</a:t>
            </a:r>
          </a:p>
          <a:p>
            <a:pPr/>
            <a:r>
              <a:rPr sz="2200"/>
              <a:t>मुख्य रस — वीर।</a:t>
            </a:r>
          </a:p>
          <a:p>
            <a:pPr/>
            <a:r>
              <a:rPr sz="2200"/>
              <a:t>साथ में — हास्य, करुण, शान्त।</a:t>
            </a:r>
          </a:p>
          <a:p>
            <a:pPr/>
            <a:r>
              <a:rPr sz="2200"/>
              <a:t>बहुरसी संरचना।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अभ्यास (5 मिनट)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१. परशुराम का चरित्र-द्वैत क्या है?</a:t>
            </a:r>
          </a:p>
          <a:p>
            <a:pPr/>
            <a:r>
              <a:rPr sz="2200"/>
              <a:t>२. राम कैसे विनय प्रकट करते हैं?</a:t>
            </a:r>
          </a:p>
          <a:p>
            <a:pPr/>
            <a:r>
              <a:rPr sz="2200"/>
              <a:t>३. लक्ष्मण की वाक्पटुता की दो विशेषताएँ।</a:t>
            </a:r>
          </a:p>
          <a:p>
            <a:pPr/>
            <a:r>
              <a:rPr sz="2200"/>
              <a:t>४. विश्वामित्र की भूमिका।</a:t>
            </a:r>
          </a:p>
          <a:p>
            <a:pPr/>
            <a:r>
              <a:rPr sz="2200"/>
              <a:t>५. मुख्य रस और एक अलंकार।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त्वरित जाँच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प्र.१. रामचरितमानस की भाषा?</a:t>
            </a:r>
          </a:p>
          <a:p>
            <a:pPr/>
            <a:r>
              <a:rPr sz="2200"/>
              <a:t>प्र.२. परशुराम विष्णु के कौन से अवतार?</a:t>
            </a:r>
          </a:p>
          <a:p>
            <a:pPr/>
            <a:r>
              <a:rPr sz="2200"/>
              <a:t>प्र.३. राम स्वयं को क्या कहते हैं?</a:t>
            </a:r>
          </a:p>
          <a:p>
            <a:pPr/>
            <a:r>
              <a:rPr sz="2200"/>
              <a:t>प्र.४. मुख्य रस?</a:t>
            </a:r>
          </a:p>
          <a:p>
            <a:pPr/>
            <a:r>
              <a:rPr sz="2200"/>
              <a:t>उँगलियों पर उत्तर।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मुख्य निष्कर्ष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तुलसीदास के मानस के बालकाण्ड का प्रसिद्ध संवाद।</a:t>
            </a:r>
          </a:p>
          <a:p>
            <a:pPr/>
            <a:r>
              <a:rPr sz="2200"/>
              <a:t>तीन पात्र — राम (विनय), लक्ष्मण (वाक्पटु), परशुराम (क्रोधी)।</a:t>
            </a:r>
          </a:p>
          <a:p>
            <a:pPr/>
            <a:r>
              <a:rPr sz="2200"/>
              <a:t>विश्वामित्र की मध्यस्थता।</a:t>
            </a:r>
          </a:p>
          <a:p>
            <a:pPr/>
            <a:r>
              <a:rPr sz="2200"/>
              <a:t>मुख्य रस — वीर; भाषा — अवधी; छन्द — दोहा-चौपाई।</a:t>
            </a:r>
          </a:p>
          <a:p>
            <a:pPr/>
            <a:r>
              <a:rPr sz="2200"/>
              <a:t>संदेश — सच्ची शक्ति शान्ति में, अन्याय के सामने सम्मान सहित सत्य।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