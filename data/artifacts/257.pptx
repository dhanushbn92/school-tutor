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seed to plate, right at school.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Planning saves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seasons.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Easy starter crops.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real tools if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propagation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 if you 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Daily / weekly 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Safe pest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Reflection turns experience into skill.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and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 most-missed.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out worksheet.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School Kitchen Garden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6  ·  Vocational Education  ·  School Kitchen Garden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— What you'll be able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Define a kitchen garden + 3 benefits.</a:t>
            </a:r>
          </a:p>
          <a:p>
            <a:pPr/>
            <a:r>
              <a:rPr sz="2200"/>
              <a:t>Pick a spot and a season-appropriate crop.</a:t>
            </a:r>
          </a:p>
          <a:p>
            <a:pPr/>
            <a:r>
              <a:rPr sz="2200"/>
              <a:t>Use simple tools safely.</a:t>
            </a:r>
          </a:p>
          <a:p>
            <a:pPr/>
            <a:r>
              <a:rPr sz="2200"/>
              <a:t>Compare direct sowing, seedlings, cuttings.</a:t>
            </a:r>
          </a:p>
          <a:p>
            <a:pPr/>
            <a:r>
              <a:rPr sz="2200"/>
              <a:t>Care for plants daily and weekly.</a:t>
            </a:r>
          </a:p>
          <a:p>
            <a:pPr/>
            <a:r>
              <a:rPr sz="2200"/>
              <a:t>Plan a small garden layout.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kitchen garden?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 small garden of plants you can eat.</a:t>
            </a:r>
          </a:p>
          <a:p>
            <a:pPr/>
            <a:r>
              <a:rPr sz="2200"/>
              <a:t>Different from a flower garden or a forest.</a:t>
            </a:r>
          </a:p>
          <a:p>
            <a:pPr/>
            <a:r>
              <a:rPr sz="2200"/>
              <a:t>Can be 5 pots — or a school plot.</a:t>
            </a:r>
          </a:p>
          <a:p>
            <a:pPr/>
            <a:r>
              <a:rPr sz="2200"/>
              <a:t>Plants need: soil, water, sunlight, air, care.</a:t>
            </a:r>
          </a:p>
          <a:p>
            <a:pPr/>
            <a:r>
              <a:rPr sz="2200"/>
              <a:t>Benefits: fresh food, learning, pollinators, friendships.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first — pick the spot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At least 4–6 hours of sunlight per day.</a:t>
            </a:r>
          </a:p>
          <a:p>
            <a:pPr/>
            <a:r>
              <a:rPr sz="2200"/>
              <a:t>Close to a water source.</a:t>
            </a:r>
          </a:p>
          <a:p>
            <a:pPr/>
            <a:r>
              <a:rPr sz="2200"/>
              <a:t>Away from heavy footfall.</a:t>
            </a:r>
          </a:p>
          <a:p>
            <a:pPr/>
            <a:r>
              <a:rPr sz="2200"/>
              <a:t>Sketch a layout on paper.</a:t>
            </a:r>
          </a:p>
          <a:p>
            <a:pPr/>
            <a:r>
              <a:rPr sz="2200"/>
              <a:t>Tall plants behind, short in front.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Indian growing seasons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KHARIF — sown Jun/Jul with monsoon. Gourds, brinjal, beans.</a:t>
            </a:r>
          </a:p>
          <a:p>
            <a:pPr/>
            <a:r>
              <a:rPr sz="2200"/>
              <a:t>RABI — sown Oct/Nov. Spinach, coriander, peas, radish.</a:t>
            </a:r>
          </a:p>
          <a:p>
            <a:pPr/>
            <a:r>
              <a:rPr sz="2200"/>
              <a:t>ZAID — sown Mar/Apr. Cucumber, watermelon.</a:t>
            </a:r>
          </a:p>
          <a:p>
            <a:pPr/>
            <a:r>
              <a:rPr sz="2200"/>
              <a:t>Match the crop to the season for best results.</a:t>
            </a:r>
          </a:p>
          <a:p>
            <a:pPr/>
            <a:r>
              <a:rPr sz="2200"/>
              <a:t>Different parts of India shift these dates a little.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What can a Class 6 grow?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Tomato, brinjal, chilli (seedlings).</a:t>
            </a:r>
          </a:p>
          <a:p>
            <a:pPr/>
            <a:r>
              <a:rPr sz="2200"/>
              <a:t>Lady's finger (direct).</a:t>
            </a:r>
          </a:p>
          <a:p>
            <a:pPr/>
            <a:r>
              <a:rPr sz="2200"/>
              <a:t>Spinach, coriander (direct).</a:t>
            </a:r>
          </a:p>
          <a:p>
            <a:pPr/>
            <a:r>
              <a:rPr sz="2200"/>
              <a:t>Mint, curry leaves (cuttings).</a:t>
            </a:r>
          </a:p>
          <a:p>
            <a:pPr/>
            <a:r>
              <a:rPr sz="2200"/>
              <a:t>Tulsi in a pot near the door.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and materials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Khurpi — small hand-hoe; for digging and weeding.</a:t>
            </a:r>
          </a:p>
          <a:p>
            <a:pPr/>
            <a:r>
              <a:rPr sz="2200"/>
              <a:t>Trowel — for transplanting seedlings.</a:t>
            </a:r>
          </a:p>
          <a:p>
            <a:pPr/>
            <a:r>
              <a:rPr sz="2200"/>
              <a:t>Watering can — for gentle watering.</a:t>
            </a:r>
          </a:p>
          <a:p>
            <a:pPr/>
            <a:r>
              <a:rPr sz="2200"/>
              <a:t>Soil + compost in 2:1 ratio.</a:t>
            </a:r>
          </a:p>
          <a:p>
            <a:pPr/>
            <a:r>
              <a:rPr sz="2200"/>
              <a:t>Mulch (dry leaves), stakes, gloves, wooden tags.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ways to start a plant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DIRECT sowing — seed straight into bed (spinach, coriander, radish).</a:t>
            </a:r>
          </a:p>
          <a:p>
            <a:pPr/>
            <a:r>
              <a:rPr sz="2200"/>
              <a:t>SEEDLINGS — start in tray, transplant later (tomato, brinjal, chilli).</a:t>
            </a:r>
          </a:p>
          <a:p>
            <a:pPr/>
            <a:r>
              <a:rPr sz="2200"/>
              <a:t>CUTTINGS — stem grows roots in moist soil (mint, curry leaves).</a:t>
            </a:r>
          </a:p>
          <a:p>
            <a:pPr/>
            <a:r>
              <a:rPr sz="2200"/>
              <a:t>Seeds need: moisture + warmth + time.</a:t>
            </a:r>
          </a:p>
          <a:p>
            <a:pPr/>
            <a:r>
              <a:rPr sz="2200"/>
              <a:t>Different germination times: radish 3–5 days, tomato 7–14 days.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Sowing — step by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Loosen soil to a forearm depth.</a:t>
            </a:r>
          </a:p>
          <a:p>
            <a:pPr/>
            <a:r>
              <a:rPr sz="2200"/>
              <a:t>Mix in compost.</a:t>
            </a:r>
          </a:p>
          <a:p>
            <a:pPr/>
            <a:r>
              <a:rPr sz="2200"/>
              <a:t>Make holes 2-finger-widths deep.</a:t>
            </a:r>
          </a:p>
          <a:p>
            <a:pPr/>
            <a:r>
              <a:rPr sz="2200"/>
              <a:t>Drop 1–2 seeds; cover lightly; water gently.</a:t>
            </a:r>
          </a:p>
          <a:p>
            <a:pPr/>
            <a:r>
              <a:rPr sz="2200"/>
              <a:t>Mark each row with a wooden tag.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Water + weed + mulch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Water early morning or late afternoon.</a:t>
            </a:r>
          </a:p>
          <a:p>
            <a:pPr/>
            <a:r>
              <a:rPr sz="2200"/>
              <a:t>Touch the soil first — if moist, skip a day.</a:t>
            </a:r>
          </a:p>
          <a:p>
            <a:pPr/>
            <a:r>
              <a:rPr sz="2200"/>
              <a:t>Weed once a week; pull by the roots.</a:t>
            </a:r>
          </a:p>
          <a:p>
            <a:pPr/>
            <a:r>
              <a:rPr sz="2200"/>
              <a:t>Mulch with dry leaves — keeps soil moist and cool.</a:t>
            </a:r>
          </a:p>
          <a:p>
            <a:pPr/>
            <a:r>
              <a:rPr sz="2200"/>
              <a:t>Healthy soil = healthy plants.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Pests and supports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Pests: caterpillars, aphids, snails.</a:t>
            </a:r>
          </a:p>
          <a:p>
            <a:pPr/>
            <a:r>
              <a:rPr sz="2200"/>
              <a:t>Pick caterpillars off by hand.</a:t>
            </a:r>
          </a:p>
          <a:p>
            <a:pPr/>
            <a:r>
              <a:rPr sz="2200"/>
              <a:t>Spray mild neem-water.</a:t>
            </a:r>
          </a:p>
          <a:p>
            <a:pPr/>
            <a:r>
              <a:rPr sz="2200"/>
              <a:t>Plant marigolds nearby — natural deterrent.</a:t>
            </a:r>
          </a:p>
          <a:p>
            <a:pPr/>
            <a:r>
              <a:rPr sz="2200"/>
              <a:t>Stake tall plants — tomato, brinjal — so they don't fall.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Harvest and reflect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Spinach, coriander — pick large outer leaves.</a:t>
            </a:r>
          </a:p>
          <a:p>
            <a:pPr/>
            <a:r>
              <a:rPr sz="2200"/>
              <a:t>Radish, carrot — pull when root is firm.</a:t>
            </a:r>
          </a:p>
          <a:p>
            <a:pPr/>
            <a:r>
              <a:rPr sz="2200"/>
              <a:t>Tomato, brinjal, chilli — pluck when ripe.</a:t>
            </a:r>
          </a:p>
          <a:p>
            <a:pPr/>
            <a:r>
              <a:rPr sz="2200"/>
              <a:t>Wash, share, save best seeds for next season.</a:t>
            </a:r>
          </a:p>
          <a:p>
            <a:pPr/>
            <a:r>
              <a:rPr sz="2200"/>
              <a:t>Garden diary: 'what thrived? what struggled? what would I change?'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— You try (5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1. Sketch a 5×5 m Rabi garden.</a:t>
            </a:r>
          </a:p>
          <a:p>
            <a:pPr/>
            <a:r>
              <a:rPr sz="2200"/>
              <a:t>2. List 5 tools you would need.</a:t>
            </a:r>
          </a:p>
          <a:p>
            <a:pPr/>
            <a:r>
              <a:rPr sz="2200"/>
              <a:t>3. Where will tall plants go in your sketch?</a:t>
            </a:r>
          </a:p>
          <a:p>
            <a:pPr/>
            <a:r>
              <a:rPr sz="2200"/>
              <a:t>4. Name 3 ways to start a plant.</a:t>
            </a:r>
          </a:p>
          <a:p>
            <a:pPr/>
            <a:r>
              <a:rPr sz="2200"/>
              <a:t>5. Write 3 lines for your first garden-diary entry.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 — Quick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Q1. Best time to water?</a:t>
            </a:r>
          </a:p>
          <a:p>
            <a:pPr/>
            <a:r>
              <a:rPr sz="2200"/>
              <a:t>Q2. Mint — direct sown or cutting?</a:t>
            </a:r>
          </a:p>
          <a:p>
            <a:pPr/>
            <a:r>
              <a:rPr sz="2200"/>
              <a:t>Q3. Rabi — sow when?</a:t>
            </a:r>
          </a:p>
          <a:p>
            <a:pPr/>
            <a:r>
              <a:rPr sz="2200"/>
              <a:t>Q4. Why mulch?</a:t>
            </a:r>
          </a:p>
          <a:p>
            <a:pPr/>
            <a:r>
              <a:rPr sz="2200"/>
              <a:t>Show fingers.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 kitchen garden grows food; needs sun, soil, water, air, care.</a:t>
            </a:r>
          </a:p>
          <a:p>
            <a:pPr/>
            <a:r>
              <a:rPr sz="2200"/>
              <a:t>Plan a sunny spot; pick a season (Kharif / Rabi / Zaid).</a:t>
            </a:r>
          </a:p>
          <a:p>
            <a:pPr/>
            <a:r>
              <a:rPr sz="2200"/>
              <a:t>Tools: khurpi, trowel, watering can; soil + compost.</a:t>
            </a:r>
          </a:p>
          <a:p>
            <a:pPr/>
            <a:r>
              <a:rPr sz="2200"/>
              <a:t>Three sowing methods: direct / seedlings / cuttings.</a:t>
            </a:r>
          </a:p>
          <a:p>
            <a:pPr/>
            <a:r>
              <a:rPr sz="2200"/>
              <a:t>Care: water mornings; weed; mulch; pest-watch; stake.</a:t>
            </a:r>
          </a:p>
          <a:p>
            <a:pPr/>
            <a:r>
              <a:rPr sz="2200"/>
              <a:t>Harvest carefully; save seeds; keep a garden diary.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