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wonderful world of science, where we explore and understand the world around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chapter, we will learn about the basics of science, its different areas, and the scientific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Science is not just a subject, but a way of thinking and exploring the world around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Science is all around us, and we can see its applications in our daily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many areas of science, each with its own unique focus and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scientific method is a step-by-step process that helps us find answers to 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it's your turn to apply the scientific method to a problem or question you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review what we've learned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science is an exciting and important part of our lives, and we will continue to explore and learn more about it in this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Wonderful World of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Science  ·  The Wonderful World of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Describe what science is and its importance</a:t>
            </a:r>
          </a:p>
          <a:p>
            <a:pPr/>
            <a:r>
              <a:rPr sz="2200"/>
              <a:t>List the broad areas of science</a:t>
            </a:r>
          </a:p>
          <a:p>
            <a:pPr/>
            <a:r>
              <a:rPr sz="2200"/>
              <a:t>Explain the steps of the scientific method</a:t>
            </a:r>
          </a:p>
          <a:p>
            <a:pPr/>
            <a:r>
              <a:rPr sz="2200"/>
              <a:t>Apply observation and questioning to a familiar phenomenon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Science is a way of thinking and doing things to understand the world</a:t>
            </a:r>
          </a:p>
          <a:p>
            <a:pPr/>
            <a:r>
              <a:rPr sz="2200"/>
              <a:t>It involves observing, questioning, and exploring</a:t>
            </a:r>
          </a:p>
          <a:p>
            <a:pPr/>
            <a:r>
              <a:rPr sz="2200"/>
              <a:t>Science is everywhere, from the kitchen to the playground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Examples of Science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Studying the growth of a plant</a:t>
            </a:r>
          </a:p>
          <a:p>
            <a:pPr/>
            <a:r>
              <a:rPr sz="2200"/>
              <a:t>Understanding the water cycle</a:t>
            </a:r>
          </a:p>
          <a:p>
            <a:pPr/>
            <a:r>
              <a:rPr sz="2200"/>
              <a:t>Exploring the properties of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 Areas of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Physics</a:t>
            </a:r>
          </a:p>
          <a:p>
            <a:pPr/>
            <a:r>
              <a:rPr sz="2200"/>
              <a:t>Chemistry</a:t>
            </a:r>
          </a:p>
          <a:p>
            <a:pPr/>
            <a:r>
              <a:rPr sz="2200"/>
              <a:t>Biology</a:t>
            </a:r>
          </a:p>
          <a:p>
            <a:pPr/>
            <a:r>
              <a:rPr sz="2200"/>
              <a:t>Astronomy</a:t>
            </a:r>
          </a:p>
          <a:p>
            <a:pPr/>
            <a:r>
              <a:rPr sz="2200"/>
              <a:t>Earth Science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Scientific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Observe something interesting or unknown</a:t>
            </a:r>
          </a:p>
          <a:p>
            <a:pPr/>
            <a:r>
              <a:rPr sz="2200"/>
              <a:t>Ask a question about it</a:t>
            </a:r>
          </a:p>
          <a:p>
            <a:pPr/>
            <a:r>
              <a:rPr sz="2200"/>
              <a:t>Guess a possible answer</a:t>
            </a:r>
          </a:p>
          <a:p>
            <a:pPr/>
            <a:r>
              <a:rPr sz="2200"/>
              <a:t>Test the guess through experiments or observations</a:t>
            </a:r>
          </a:p>
          <a:p>
            <a:pPr/>
            <a:r>
              <a:rPr sz="2200"/>
              <a:t>Analyse the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Apply the Scientific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Think of a problem or question you have</a:t>
            </a:r>
          </a:p>
          <a:p>
            <a:pPr/>
            <a:r>
              <a:rPr sz="2200"/>
              <a:t>Follow the steps of the scientific method to find an answer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What is science?</a:t>
            </a:r>
          </a:p>
          <a:p>
            <a:pPr/>
            <a:r>
              <a:rPr sz="2200"/>
              <a:t>What are the broad areas of science?</a:t>
            </a:r>
          </a:p>
          <a:p>
            <a:pPr/>
            <a:r>
              <a:rPr sz="2200"/>
              <a:t>What are the steps of the scientific method?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Science is a way of thinking and exploring the world</a:t>
            </a:r>
          </a:p>
          <a:p>
            <a:pPr/>
            <a:r>
              <a:rPr sz="2200"/>
              <a:t>There are many areas of science</a:t>
            </a:r>
          </a:p>
          <a:p>
            <a:pPr/>
            <a:r>
              <a:rPr sz="2200"/>
              <a:t>The scientific method helps us find answers to our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