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Today we revisit the family of numbers — natural, whole, integer, rational — and discover the rule that decides when a fraction has a terminating decimal expansion. Pace yourself across the lesson; target 5 minutes per concept slide and 8 minutes on the decimal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 and ask students to flag the one they feel least sure about. Use that signal to weight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why: N → W lets us 'count nothing'; W → Z lets us subtract a larger from a smaller. Tie each extension to a real-life motivator (temperatures below zero, debts).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on density: ask students to find any rational between 1/2 and 1/3 — this surfaces the LCM-of-denominators trick used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slowly through the cross-multiplication trick, then show the LCM check side-by-side so students see both methods give the same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'flip and multiply' rule; many students mis-apply it. Reinforce that division by 0 is the one operation Q is not closed 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through each step at the board so students see the LCM choice, the reduction, and the 'flip and multiply' move all in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powerful idea in the chapter. Long-divide 7/40 and 5/12 live so students see the rule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Generalise: for an n-digit repeating block, multiply by 10^n. If there's a non-repeating tail, multiply by an extra factor of 10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Look for students who are computing instead of factorising for question 3 — the rule is meant to bypass long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show-of-fingers tactic to gauge the room without singling anyone out. 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5 takeaways. Hand out the worksheet and announce the homework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Number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Number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Recognise N, W, Z and Q and the inclusion N ⊂ W ⊂ Z ⊂ Q.</a:t>
            </a:r>
          </a:p>
          <a:p>
            <a:pPr/>
            <a:r>
              <a:rPr sz="2200"/>
              <a:t>Express any rational number in standard (lowest) form.</a:t>
            </a:r>
          </a:p>
          <a:p>
            <a:pPr/>
            <a:r>
              <a:rPr sz="2200"/>
              <a:t>Add, subtract, multiply and divide rationals confidently.</a:t>
            </a:r>
          </a:p>
          <a:p>
            <a:pPr/>
            <a:r>
              <a:rPr sz="2200"/>
              <a:t>Decide whether a rational has a terminating or recurring decimal from its denominator alone.</a:t>
            </a:r>
          </a:p>
          <a:p>
            <a:pPr/>
            <a:r>
              <a:rPr sz="2200"/>
              <a:t>Convert recurring decimals to p/q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Natural, Whole and Integer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 = {1, 2, 3, ...}: the counting numbers.</a:t>
            </a:r>
          </a:p>
          <a:p>
            <a:pPr/>
            <a:r>
              <a:rPr sz="2200"/>
              <a:t>W = N ∪ {0} = {0, 1, 2, ...}: include zero.</a:t>
            </a:r>
          </a:p>
          <a:p>
            <a:pPr/>
            <a:r>
              <a:rPr sz="2200"/>
              <a:t>Z = {..., −2, −1, 0, 1, 2, ...}: include negatives.</a:t>
            </a:r>
          </a:p>
          <a:p>
            <a:pPr/>
            <a:r>
              <a:rPr sz="2200"/>
              <a:t>Each set extends the previous one to enable a new operation.</a:t>
            </a:r>
          </a:p>
          <a:p>
            <a:pPr/>
            <a:r>
              <a:rPr sz="2200"/>
              <a:t>0 is whole but not natural; negatives are integers but not whole.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rational number is p/q with p, q ∈ Z and q ≠ 0.</a:t>
            </a:r>
          </a:p>
          <a:p>
            <a:pPr/>
            <a:r>
              <a:rPr sz="2200"/>
              <a:t>Every integer is rational (n = n/1).</a:t>
            </a:r>
          </a:p>
          <a:p>
            <a:pPr/>
            <a:r>
              <a:rPr sz="2200"/>
              <a:t>Equivalent rationals: p/q = (kp)/(kq) for any non-zero k.</a:t>
            </a:r>
          </a:p>
          <a:p>
            <a:pPr/>
            <a:r>
              <a:rPr sz="2200"/>
              <a:t>Lowest terms: HCF(|p|, |q|) = 1 and q &gt; 0.</a:t>
            </a:r>
          </a:p>
          <a:p>
            <a:pPr/>
            <a:r>
              <a:rPr sz="2200"/>
              <a:t>Rationals are dense — between any two there are infinitely many.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Comparing rationals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Compare 5/8 and 7/12 using cross-multiplication.</a:t>
            </a:r>
          </a:p>
          <a:p>
            <a:pPr/>
            <a:r>
              <a:rPr sz="2200"/>
              <a:t>5 × 12 = 60; 8 × 7 = 56.</a:t>
            </a:r>
          </a:p>
          <a:p>
            <a:pPr/>
            <a:r>
              <a:rPr sz="2200"/>
              <a:t>60 &gt; 56, so 5/8 &gt; 7/12.</a:t>
            </a:r>
          </a:p>
          <a:p>
            <a:pPr/>
            <a:r>
              <a:rPr sz="2200"/>
              <a:t>Equivalently, 5/8 = 15/24 and 7/12 = 14/24 — same conclusion.</a:t>
            </a:r>
          </a:p>
          <a:p>
            <a:pPr/>
            <a:r>
              <a:rPr sz="2200"/>
              <a:t>Always check both denominators are positive before cross-multiplying.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on rationals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Add / subtract: rewrite with common denominator (LCM is efficient).</a:t>
            </a:r>
          </a:p>
          <a:p>
            <a:pPr/>
            <a:r>
              <a:rPr sz="2200"/>
              <a:t>Multiply: (a/b) × (c/d) = (ac) / (bd); reduce.</a:t>
            </a:r>
          </a:p>
          <a:p>
            <a:pPr/>
            <a:r>
              <a:rPr sz="2200"/>
              <a:t>Divide: multiply by the reciprocal — (a/b) ÷ (c/d) = (a/b) × (d/c).</a:t>
            </a:r>
          </a:p>
          <a:p>
            <a:pPr/>
            <a:r>
              <a:rPr sz="2200"/>
              <a:t>Q is closed under +, −, ×, and ÷ by non-zero rationals.</a:t>
            </a:r>
          </a:p>
          <a:p>
            <a:pPr/>
            <a:r>
              <a:rPr sz="2200"/>
              <a:t>Distributive: a × (b + c) = a × b + a × 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simplify (3/4 + 1/6) ÷ (5/12 − 1/4)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Numerator: 3/4 + 1/6 = 9/12 + 2/12 = 11/12.</a:t>
            </a:r>
          </a:p>
          <a:p>
            <a:pPr/>
            <a:r>
              <a:rPr sz="2200"/>
              <a:t>Denominator: 5/12 − 1/4 = 5/12 − 3/12 = 2/12 = 1/6.</a:t>
            </a:r>
          </a:p>
          <a:p>
            <a:pPr/>
            <a:r>
              <a:rPr sz="2200"/>
              <a:t>Divide: (11/12) ÷ (1/6) = (11/12) × (6/1) = 66/12.</a:t>
            </a:r>
          </a:p>
          <a:p>
            <a:pPr/>
            <a:r>
              <a:rPr sz="2200"/>
              <a:t>Reduce: 66/12 = 11/2.</a:t>
            </a:r>
          </a:p>
          <a:p>
            <a:pPr/>
            <a:r>
              <a:rPr sz="2200"/>
              <a:t>Final answer: 11/2.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decimal-expansion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Every rational has a decimal expansion that is terminating or recurring.</a:t>
            </a:r>
          </a:p>
          <a:p>
            <a:pPr/>
            <a:r>
              <a:rPr sz="2200"/>
              <a:t>p/q in lowest terms: factorise q.</a:t>
            </a:r>
          </a:p>
          <a:p>
            <a:pPr/>
            <a:r>
              <a:rPr sz="2200"/>
              <a:t>Terminating ⇔ q = 2^m × 5^n (only 2s and/or 5s).</a:t>
            </a:r>
          </a:p>
          <a:p>
            <a:pPr/>
            <a:r>
              <a:rPr sz="2200"/>
              <a:t>Any other prime factor → recurring decimal.</a:t>
            </a:r>
          </a:p>
          <a:p>
            <a:pPr/>
            <a:r>
              <a:rPr sz="2200"/>
              <a:t>Examples: 7/40 terminates (40 = 2³ × 5); 5/12 recurs (12 = 2² × 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Recurring → fraction: convert 0.4̄5̄ (bar over 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Let x = 0.454545...</a:t>
            </a:r>
          </a:p>
          <a:p>
            <a:pPr/>
            <a:r>
              <a:rPr sz="2200"/>
              <a:t>Two repeating digits → multiply by 100: 100x = 45.4545...</a:t>
            </a:r>
          </a:p>
          <a:p>
            <a:pPr/>
            <a:r>
              <a:rPr sz="2200"/>
              <a:t>Subtract original: 100x − x = 45 → 99x = 45.</a:t>
            </a:r>
          </a:p>
          <a:p>
            <a:pPr/>
            <a:r>
              <a:rPr sz="2200"/>
              <a:t>x = 45/99.</a:t>
            </a:r>
          </a:p>
          <a:p>
            <a:pPr/>
            <a:r>
              <a:rPr sz="2200"/>
              <a:t>Reduce by HCF 9: x = 5/11.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Express −18/24 in standard form.</a:t>
            </a:r>
          </a:p>
          <a:p>
            <a:pPr/>
            <a:r>
              <a:rPr sz="2200"/>
              <a:t>2. Compute (2/3) × (5/4) − (1/6).</a:t>
            </a:r>
          </a:p>
          <a:p>
            <a:pPr/>
            <a:r>
              <a:rPr sz="2200"/>
              <a:t>3. Decide whether 11/64 has a terminating decimal.</a:t>
            </a:r>
          </a:p>
          <a:p>
            <a:pPr/>
            <a:r>
              <a:rPr sz="2200"/>
              <a:t>4. Convert 0.6̄ to a fraction.</a:t>
            </a:r>
          </a:p>
          <a:p>
            <a:pPr/>
            <a:r>
              <a:rPr sz="2200"/>
              <a:t>Compare answers with your bench partner.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Is 0 a natural number?</a:t>
            </a:r>
          </a:p>
          <a:p>
            <a:pPr/>
            <a:r>
              <a:rPr sz="2200"/>
              <a:t>Q2. Is the set of integers closed under division?</a:t>
            </a:r>
          </a:p>
          <a:p>
            <a:pPr/>
            <a:r>
              <a:rPr sz="2200"/>
              <a:t>Q3. Without dividing, does 5/12 terminate?</a:t>
            </a:r>
          </a:p>
          <a:p>
            <a:pPr/>
            <a:r>
              <a:rPr sz="2200"/>
              <a:t>Q4. What property is used in 2/3 + 1/4 = 1/4 + 2/3?</a:t>
            </a:r>
          </a:p>
          <a:p>
            <a:pPr/>
            <a:r>
              <a:rPr sz="2200"/>
              <a:t>Show your answers on fingers (1 = first option, 2 = second...).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 ⊂ W ⊂ Z ⊂ Q — each extension closes a new operation.</a:t>
            </a:r>
          </a:p>
          <a:p>
            <a:pPr/>
            <a:r>
              <a:rPr sz="2200"/>
              <a:t>Rational = p/q with integers p, q and q ≠ 0; standard form needs HCF = 1, q &gt; 0.</a:t>
            </a:r>
          </a:p>
          <a:p>
            <a:pPr/>
            <a:r>
              <a:rPr sz="2200"/>
              <a:t>Q is closed under +, −, ×, and ÷ by non-zero.</a:t>
            </a:r>
          </a:p>
          <a:p>
            <a:pPr/>
            <a:r>
              <a:rPr sz="2200"/>
              <a:t>Decimal terminates iff lowest-terms denominator is 2^m × 5^n.</a:t>
            </a:r>
          </a:p>
          <a:p>
            <a:pPr/>
            <a:r>
              <a:rPr sz="2200"/>
              <a:t>Recurring → fraction: multiply by 10^(block length), subtract, solve.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