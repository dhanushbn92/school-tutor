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a king's empire to a citizen's 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with the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 for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'package' the French armies carried.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Two-edged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Politics + culture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Liberal-nationalism on the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 with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their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Top-down 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figures: Mazzini, Cavour, Garibaldi.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Slow, English-led 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freedom to war.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Rise of Nationalism in Europe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Social Science (History)  ·  The Rise of Nationalism in Europe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Trace the impact of the French Revolution and Napoleon.</a:t>
            </a:r>
          </a:p>
          <a:p>
            <a:pPr/>
            <a:r>
              <a:rPr sz="2200"/>
              <a:t>Explain the role of the middle class + Romanticism.</a:t>
            </a:r>
          </a:p>
          <a:p>
            <a:pPr/>
            <a:r>
              <a:rPr sz="2200"/>
              <a:t>Describe the 1830 and 1848 revolutions.</a:t>
            </a:r>
          </a:p>
          <a:p>
            <a:pPr/>
            <a:r>
              <a:rPr sz="2200"/>
              <a:t>Outline the unification of Italy and Germany.</a:t>
            </a:r>
          </a:p>
          <a:p>
            <a:pPr/>
            <a:r>
              <a:rPr sz="2200"/>
              <a:t>Interpret female allegories of nations.</a:t>
            </a:r>
          </a:p>
          <a:p>
            <a:pPr/>
            <a:r>
              <a:rPr sz="2200"/>
              <a:t>Explain how nationalism led to WWI.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Sorrieu's vision (1848)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Procession of peoples paying homage to LIBERTY.</a:t>
            </a:r>
          </a:p>
          <a:p>
            <a:pPr/>
            <a:r>
              <a:rPr sz="2200"/>
              <a:t>Liberty: torch of Enlightenment + Charter of Rights.</a:t>
            </a:r>
          </a:p>
          <a:p>
            <a:pPr/>
            <a:r>
              <a:rPr sz="2200"/>
              <a:t>Christ + saints look down — fraternity of nations.</a:t>
            </a:r>
          </a:p>
          <a:p>
            <a:pPr/>
            <a:r>
              <a:rPr sz="2200"/>
              <a:t>Vision: world made up of democratic and social Republics.</a:t>
            </a:r>
          </a:p>
          <a:p>
            <a:pPr/>
            <a:r>
              <a:rPr sz="2200"/>
              <a:t>Captures the political idea of the century.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French Revolution (1789)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Sovereignty shifts from king to PEOPLE.</a:t>
            </a:r>
          </a:p>
          <a:p>
            <a:pPr/>
            <a:r>
              <a:rPr sz="2200"/>
              <a:t>la patrie + le citoyen.</a:t>
            </a:r>
          </a:p>
          <a:p>
            <a:pPr/>
            <a:r>
              <a:rPr sz="2200"/>
              <a:t>Tricolour flag replaces royal standard.</a:t>
            </a:r>
          </a:p>
          <a:p>
            <a:pPr/>
            <a:r>
              <a:rPr sz="2200"/>
              <a:t>Estates General → National Assembly.</a:t>
            </a:r>
          </a:p>
          <a:p>
            <a:pPr/>
            <a:r>
              <a:rPr sz="2200"/>
              <a:t>Uniform laws, weights, measures, currency.</a:t>
            </a:r>
          </a:p>
          <a:p>
            <a:pPr/>
            <a:r>
              <a:rPr sz="2200"/>
              <a:t>French (Paris) becomes the national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Napoleon's Civil Code (1804)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Abolished privileges based on birth.</a:t>
            </a:r>
          </a:p>
          <a:p>
            <a:pPr/>
            <a:r>
              <a:rPr sz="2200"/>
              <a:t>Equality before the law.</a:t>
            </a:r>
          </a:p>
          <a:p>
            <a:pPr/>
            <a:r>
              <a:rPr sz="2200"/>
              <a:t>Right to property secured.</a:t>
            </a:r>
          </a:p>
          <a:p>
            <a:pPr/>
            <a:r>
              <a:rPr sz="2200"/>
              <a:t>In conquered lands: feudalism abolished, peasants freed.</a:t>
            </a:r>
          </a:p>
          <a:p>
            <a:pPr/>
            <a:r>
              <a:rPr sz="2200"/>
              <a:t>Uniform laws, weights, measures, currency.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 — costs and backlash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Conscription into the French army.</a:t>
            </a:r>
          </a:p>
          <a:p>
            <a:pPr/>
            <a:r>
              <a:rPr sz="2200"/>
              <a:t>Censorship of newspapers and books.</a:t>
            </a:r>
          </a:p>
          <a:p>
            <a:pPr/>
            <a:r>
              <a:rPr sz="2200"/>
              <a:t>Higher taxation in the conquered regions.</a:t>
            </a:r>
          </a:p>
          <a:p>
            <a:pPr/>
            <a:r>
              <a:rPr sz="2200"/>
              <a:t>Loss of political freedoms.</a:t>
            </a:r>
          </a:p>
          <a:p>
            <a:pPr/>
            <a:r>
              <a:rPr sz="2200"/>
              <a:t>Initial enthusiasm gave way to hostility.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new social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EDUCATED MIDDLE CLASS — entrepreneurs, professionals, students.</a:t>
            </a:r>
          </a:p>
          <a:p>
            <a:pPr/>
            <a:r>
              <a:rPr sz="2200"/>
              <a:t>Liberal demand: liberty + constitution + equality.</a:t>
            </a:r>
          </a:p>
          <a:p>
            <a:pPr/>
            <a:r>
              <a:rPr sz="2200"/>
              <a:t>ROMANTICISM — emotion, intuition, folk culture.</a:t>
            </a:r>
          </a:p>
          <a:p>
            <a:pPr/>
            <a:r>
              <a:rPr sz="2200"/>
              <a:t>Herder: true German culture lives in folk songs.</a:t>
            </a:r>
          </a:p>
          <a:p>
            <a:pPr/>
            <a:r>
              <a:rPr sz="2200"/>
              <a:t>In partitioned Poland — Polish language as national resistance.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1830 — the wave begins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JULY REVOLUTION in France — Bourbons overthrown.</a:t>
            </a:r>
          </a:p>
          <a:p>
            <a:pPr/>
            <a:r>
              <a:rPr sz="2200"/>
              <a:t>Louis Philippe installed; constitutional monarchy.</a:t>
            </a:r>
          </a:p>
          <a:p>
            <a:pPr/>
            <a:r>
              <a:rPr sz="2200"/>
              <a:t>Belgium breaks away from the Netherlands.</a:t>
            </a:r>
          </a:p>
          <a:p>
            <a:pPr/>
            <a:r>
              <a:rPr sz="2200"/>
              <a:t>Greek war of independence (1821–32).</a:t>
            </a:r>
          </a:p>
          <a:p>
            <a:pPr/>
            <a:r>
              <a:rPr sz="2200"/>
              <a:t>Treaty of Constantinople (1832) recognises Greece.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1848 — revolutions across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Food shortages + unemployment.</a:t>
            </a:r>
          </a:p>
          <a:p>
            <a:pPr/>
            <a:r>
              <a:rPr sz="2200"/>
              <a:t>Uprisings in Paris, Vienna, Berlin, Italian states.</a:t>
            </a:r>
          </a:p>
          <a:p>
            <a:pPr/>
            <a:r>
              <a:rPr sz="2200"/>
              <a:t>FRANKFURT parliament drafts a German constitution.</a:t>
            </a:r>
          </a:p>
          <a:p>
            <a:pPr/>
            <a:r>
              <a:rPr sz="2200"/>
              <a:t>Friedrich Wilhelm IV rejects the crown.</a:t>
            </a:r>
          </a:p>
          <a:p>
            <a:pPr/>
            <a:r>
              <a:rPr sz="2200"/>
              <a:t>Most uprisings defeated — but the demand stays.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 in 1848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Women organised political associations.</a:t>
            </a:r>
          </a:p>
          <a:p>
            <a:pPr/>
            <a:r>
              <a:rPr sz="2200"/>
              <a:t>Founded newspapers, joined demonstrations.</a:t>
            </a:r>
          </a:p>
          <a:p>
            <a:pPr/>
            <a:r>
              <a:rPr sz="2200"/>
              <a:t>Denied SUFFRAGE rights.</a:t>
            </a:r>
          </a:p>
          <a:p>
            <a:pPr/>
            <a:r>
              <a:rPr sz="2200"/>
              <a:t>Admitted to Frankfurt parliament only as observers.</a:t>
            </a:r>
          </a:p>
          <a:p>
            <a:pPr/>
            <a:r>
              <a:rPr sz="2200"/>
              <a:t>A long fight for women's suffrage begins.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Unification — 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After 1848, conservatives lead state-building.</a:t>
            </a:r>
          </a:p>
          <a:p>
            <a:pPr/>
            <a:r>
              <a:rPr sz="2200"/>
              <a:t>Bismarck of Prussia — three wars in seven years.</a:t>
            </a:r>
          </a:p>
          <a:p>
            <a:pPr/>
            <a:r>
              <a:rPr sz="2200"/>
              <a:t>1864 — Denmark; 1866 — Austria; 1870-71 — France.</a:t>
            </a:r>
          </a:p>
          <a:p>
            <a:pPr/>
            <a:r>
              <a:rPr sz="2200"/>
              <a:t>January 1871 — Wilhelm I crowned at Versailles.</a:t>
            </a:r>
          </a:p>
          <a:p>
            <a:pPr/>
            <a:r>
              <a:rPr sz="2200"/>
              <a:t>Modern banking, currency, legal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Unification — Italy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Italy was 7 states, no common language.</a:t>
            </a:r>
          </a:p>
          <a:p>
            <a:pPr/>
            <a:r>
              <a:rPr sz="2200"/>
              <a:t>MAZZINI's Young Italy — failed.</a:t>
            </a:r>
          </a:p>
          <a:p>
            <a:pPr/>
            <a:r>
              <a:rPr sz="2200"/>
              <a:t>CAVOUR + Victor Emmanuel II + French alliance defeat Austria (1859).</a:t>
            </a:r>
          </a:p>
          <a:p>
            <a:pPr/>
            <a:r>
              <a:rPr sz="2200"/>
              <a:t>GARIBALDI's volunteers win the south (1860).</a:t>
            </a:r>
          </a:p>
          <a:p>
            <a:pPr/>
            <a:r>
              <a:rPr sz="2200"/>
              <a:t>1861 — Victor Emmanuel II crowned king of UNITED ITALY.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Britain — a different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No British nation before the 18th century.</a:t>
            </a:r>
          </a:p>
          <a:p>
            <a:pPr/>
            <a:r>
              <a:rPr sz="2200"/>
              <a:t>Identity was English, Welsh, Scot, Irish.</a:t>
            </a:r>
          </a:p>
          <a:p>
            <a:pPr/>
            <a:r>
              <a:rPr sz="2200"/>
              <a:t>Act of Union 1707 — England + Scotland.</a:t>
            </a:r>
          </a:p>
          <a:p>
            <a:pPr/>
            <a:r>
              <a:rPr sz="2200"/>
              <a:t>1801 — Ireland forcibly added.</a:t>
            </a:r>
          </a:p>
          <a:p>
            <a:pPr/>
            <a:r>
              <a:rPr sz="2200"/>
              <a:t>Union Jack, 'God Save Our Noble King', English.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Visualising the 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Artists personified nations as women — ALLEGORIES.</a:t>
            </a:r>
          </a:p>
          <a:p>
            <a:pPr/>
            <a:r>
              <a:rPr sz="2200"/>
              <a:t>MARIANNE — France: red cap, tricolour, cockade.</a:t>
            </a:r>
          </a:p>
          <a:p>
            <a:pPr/>
            <a:r>
              <a:rPr sz="2200"/>
              <a:t>GERMANIA — Germany: crown of oak leaves (heroism).</a:t>
            </a:r>
          </a:p>
          <a:p>
            <a:pPr/>
            <a:r>
              <a:rPr sz="2200"/>
              <a:t>Statues in public squares; image on coins, stamps.</a:t>
            </a:r>
          </a:p>
          <a:p>
            <a:pPr/>
            <a:r>
              <a:rPr sz="2200"/>
              <a:t>Linked nation with motherhood, beauty, fraternity.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 nationalism + Balkans + WWI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Late 19th century — nationalism becomes narrow + intolerant.</a:t>
            </a:r>
          </a:p>
          <a:p>
            <a:pPr/>
            <a:r>
              <a:rPr sz="2200"/>
              <a:t>European powers use it for IMPERIALIST aims.</a:t>
            </a:r>
          </a:p>
          <a:p>
            <a:pPr/>
            <a:r>
              <a:rPr sz="2200"/>
              <a:t>Balkans = Slavs + Ottoman decline + ethnic mosaic.</a:t>
            </a:r>
          </a:p>
          <a:p>
            <a:pPr/>
            <a:r>
              <a:rPr sz="2200"/>
              <a:t>Balkan states jealous of each other.</a:t>
            </a:r>
          </a:p>
          <a:p>
            <a:pPr/>
            <a:r>
              <a:rPr sz="2200"/>
              <a:t>Great-power rivalry → FIRST WORLD WAR (1914).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Two effects of Napoleon's Civil Code.</a:t>
            </a:r>
          </a:p>
          <a:p>
            <a:pPr/>
            <a:r>
              <a:rPr sz="2200"/>
              <a:t>2. Year of Greek independence?</a:t>
            </a:r>
          </a:p>
          <a:p>
            <a:pPr/>
            <a:r>
              <a:rPr sz="2200"/>
              <a:t>3. Three leaders of Italian unification.</a:t>
            </a:r>
          </a:p>
          <a:p>
            <a:pPr/>
            <a:r>
              <a:rPr sz="2200"/>
              <a:t>4. Year of German unification?</a:t>
            </a:r>
          </a:p>
          <a:p>
            <a:pPr/>
            <a:r>
              <a:rPr sz="2200"/>
              <a:t>5. Why is the Balkans called the 'powder keg' of Europe?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Marianne represents which country?</a:t>
            </a:r>
          </a:p>
          <a:p>
            <a:pPr/>
            <a:r>
              <a:rPr sz="2200"/>
              <a:t>Q2. Bismarck — which country did he unite?</a:t>
            </a:r>
          </a:p>
          <a:p>
            <a:pPr/>
            <a:r>
              <a:rPr sz="2200"/>
              <a:t>Q3. 1848 Frankfurt parliament — succeed or fail?</a:t>
            </a:r>
          </a:p>
          <a:p>
            <a:pPr/>
            <a:r>
              <a:rPr sz="2200"/>
              <a:t>Q4. 1832 — what event?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1789 French Revolution — nation as people, not king.</a:t>
            </a:r>
          </a:p>
          <a:p>
            <a:pPr/>
            <a:r>
              <a:rPr sz="2200"/>
              <a:t>1804 Napoleonic Code — equality + property + uniform law.</a:t>
            </a:r>
          </a:p>
          <a:p>
            <a:pPr/>
            <a:r>
              <a:rPr sz="2200"/>
              <a:t>Middle class + Romanticism = liberty + folk culture.</a:t>
            </a:r>
          </a:p>
          <a:p>
            <a:pPr/>
            <a:r>
              <a:rPr sz="2200"/>
              <a:t>1830/1848 revolutions defeated, but demand stayed.</a:t>
            </a:r>
          </a:p>
          <a:p>
            <a:pPr/>
            <a:r>
              <a:rPr sz="2200"/>
              <a:t>Italy 1861, Germany 1871 — by conservative state-building.</a:t>
            </a:r>
          </a:p>
          <a:p>
            <a:pPr/>
            <a:r>
              <a:rPr sz="2200"/>
              <a:t>Late nationalism + Balkans → WWI 1914.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