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sides of freedom.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big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Symbols of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Apartheid in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Mandela's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Twin obligations.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Iconic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Mandela's evolving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 walk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 of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Indirect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these are paired.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Quotable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Nelson Mandela / A Tiger in the Zoo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English  ·  Nelson Mandela: Long Walk to Freedom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Recall the inauguration of Mandela.</a:t>
            </a:r>
          </a:p>
          <a:p>
            <a:pPr/>
            <a:r>
              <a:rPr sz="2200"/>
              <a:t>Understand apartheid in brief.</a:t>
            </a:r>
          </a:p>
          <a:p>
            <a:pPr/>
            <a:r>
              <a:rPr sz="2200"/>
              <a:t>Discuss Mandela's ideas on courage, love, freedom.</a:t>
            </a:r>
          </a:p>
          <a:p>
            <a:pPr/>
            <a:r>
              <a:rPr sz="2200"/>
              <a:t>Analyse Norris's poem structure.</a:t>
            </a:r>
          </a:p>
          <a:p>
            <a:pPr/>
            <a:r>
              <a:rPr sz="2200"/>
              <a:t>Connect both pieces — meditation on freedom.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Mandela's Inauguration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10 MAY 1994.</a:t>
            </a:r>
          </a:p>
          <a:p>
            <a:pPr/>
            <a:r>
              <a:rPr sz="2200"/>
              <a:t>Union Buildings, Pretoria.</a:t>
            </a:r>
          </a:p>
          <a:p>
            <a:pPr/>
            <a:r>
              <a:rPr sz="2200"/>
              <a:t>Sandstone amphitheatre.</a:t>
            </a:r>
          </a:p>
          <a:p>
            <a:pPr/>
            <a:r>
              <a:rPr sz="2200"/>
              <a:t>First BLACK President of South Africa.</a:t>
            </a:r>
          </a:p>
          <a:p>
            <a:pPr/>
            <a:r>
              <a:rPr sz="2200"/>
              <a:t>World leaders, daughter Zenani, deputies de Klerk + Mbeki.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Symbols of the new 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New flag raised.</a:t>
            </a:r>
          </a:p>
          <a:p>
            <a:pPr/>
            <a:r>
              <a:rPr sz="2200"/>
              <a:t>African anthem 'Nkosi Sikelel' iAfrika' sung.</a:t>
            </a:r>
          </a:p>
          <a:p>
            <a:pPr/>
            <a:r>
              <a:rPr sz="2200"/>
              <a:t>Once a CRIME for Mandela to sing it!</a:t>
            </a:r>
          </a:p>
          <a:p>
            <a:pPr/>
            <a:r>
              <a:rPr sz="2200"/>
              <a:t>South African Air Force fly-past in new colours.</a:t>
            </a:r>
          </a:p>
          <a:p>
            <a:pPr/>
            <a:r>
              <a:rPr sz="2200"/>
              <a:t>Mandela called by clan name 'MADIBA'.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Apartheid — short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Afrikaans word — 'separateness'.</a:t>
            </a:r>
          </a:p>
          <a:p>
            <a:pPr/>
            <a:r>
              <a:rPr sz="2200"/>
              <a:t>Official policy from 1948.</a:t>
            </a:r>
          </a:p>
          <a:p>
            <a:pPr/>
            <a:r>
              <a:rPr sz="2200"/>
              <a:t>Black Africans denied vote, education, equal jobs.</a:t>
            </a:r>
          </a:p>
          <a:p>
            <a:pPr/>
            <a:r>
              <a:rPr sz="2200"/>
              <a:t>Forced to carry passes, removed to 'homelands'.</a:t>
            </a:r>
          </a:p>
          <a:p>
            <a:pPr/>
            <a:r>
              <a:rPr sz="2200"/>
              <a:t>Apartheid laws repealed in 1991.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Mandela's life —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Born 1918, Transkei.</a:t>
            </a:r>
          </a:p>
          <a:p>
            <a:pPr/>
            <a:r>
              <a:rPr sz="2200"/>
              <a:t>Lawyer; joined ANC.</a:t>
            </a:r>
          </a:p>
          <a:p>
            <a:pPr/>
            <a:r>
              <a:rPr sz="2200"/>
              <a:t>Sentenced to LIFE 1964.</a:t>
            </a:r>
          </a:p>
          <a:p>
            <a:pPr/>
            <a:r>
              <a:rPr sz="2200"/>
              <a:t>27 YEARS in prison; mostly Robben Island.</a:t>
            </a:r>
          </a:p>
          <a:p>
            <a:pPr/>
            <a:r>
              <a:rPr sz="2200"/>
              <a:t>Released 1990; President 1994; died 2013.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Mandela's key ideas — twin obligations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Every person has TWO obligations.</a:t>
            </a:r>
          </a:p>
          <a:p>
            <a:pPr/>
            <a:r>
              <a:rPr sz="2200"/>
              <a:t>To FAMILY: parents, wife, children.</a:t>
            </a:r>
          </a:p>
          <a:p>
            <a:pPr/>
            <a:r>
              <a:rPr sz="2200"/>
              <a:t>To PEOPLE: community, country.</a:t>
            </a:r>
          </a:p>
          <a:p>
            <a:pPr/>
            <a:r>
              <a:rPr sz="2200"/>
              <a:t>Free society: BOTH can be fulfilled.</a:t>
            </a:r>
          </a:p>
          <a:p>
            <a:pPr/>
            <a:r>
              <a:rPr sz="2200"/>
              <a:t>Under apartheid: NEITHER could be.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Mandela on courage and love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Courage = TRIUMPH OVER fear, not absence of it.</a:t>
            </a:r>
          </a:p>
          <a:p>
            <a:pPr/>
            <a:r>
              <a:rPr sz="2200"/>
              <a:t>Brave man CONQUERS fear, not denies it.</a:t>
            </a:r>
          </a:p>
          <a:p>
            <a:pPr/>
            <a:r>
              <a:rPr sz="2200"/>
              <a:t>No one is BORN hating.</a:t>
            </a:r>
          </a:p>
          <a:p>
            <a:pPr/>
            <a:r>
              <a:rPr sz="2200"/>
              <a:t>People LEARN to hate.</a:t>
            </a:r>
          </a:p>
          <a:p>
            <a:pPr/>
            <a:r>
              <a:rPr sz="2200"/>
              <a:t>If they can learn to hate, they can be TAUGHT to love.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stages of freedom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BOY in Transkei: freedom = run, swim, plough, walk village.</a:t>
            </a:r>
          </a:p>
          <a:p>
            <a:pPr/>
            <a:r>
              <a:rPr sz="2200"/>
              <a:t>YOUNG MAN in Joburg: freedom = dignity, marry, work.</a:t>
            </a:r>
          </a:p>
          <a:p>
            <a:pPr/>
            <a:r>
              <a:rPr sz="2200"/>
              <a:t>ADULT: freedom is INDIVISIBLE.</a:t>
            </a:r>
          </a:p>
          <a:p>
            <a:pPr/>
            <a:r>
              <a:rPr sz="2200"/>
              <a:t>No one is free until ALL are free.</a:t>
            </a:r>
          </a:p>
          <a:p>
            <a:pPr/>
            <a:r>
              <a:rPr sz="2200"/>
              <a:t>OPPRESSOR is as unfree as oppressed.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'long walk'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Title image of the autobiography.</a:t>
            </a:r>
          </a:p>
          <a:p>
            <a:pPr/>
            <a:r>
              <a:rPr sz="2200"/>
              <a:t>Hills behind, hills ahead.</a:t>
            </a:r>
          </a:p>
          <a:p>
            <a:pPr/>
            <a:r>
              <a:rPr sz="2200"/>
              <a:t>Some way walked; long climb still to come.</a:t>
            </a:r>
          </a:p>
          <a:p>
            <a:pPr/>
            <a:r>
              <a:rPr sz="2200"/>
              <a:t>Freedom = not just casting off chains.</a:t>
            </a:r>
          </a:p>
          <a:p>
            <a:pPr/>
            <a:r>
              <a:rPr sz="2200"/>
              <a:t>Living in a way that ENHANCES others' freedom.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Tiger in the Zoo — by Leslie Norris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British poet (1921-2006).</a:t>
            </a:r>
          </a:p>
          <a:p>
            <a:pPr/>
            <a:r>
              <a:rPr sz="2200"/>
              <a:t>Published 1969.</a:t>
            </a:r>
          </a:p>
          <a:p>
            <a:pPr/>
            <a:r>
              <a:rPr sz="2200"/>
              <a:t>5 stanzas × 4 lines = 20 lines.</a:t>
            </a:r>
          </a:p>
          <a:p>
            <a:pPr/>
            <a:r>
              <a:rPr sz="2200"/>
              <a:t>Rhyme: ABCB (2nd &amp; 4th lines).</a:t>
            </a:r>
          </a:p>
          <a:p>
            <a:pPr/>
            <a:r>
              <a:rPr sz="2200"/>
              <a:t>Subject: a tiger in a zoo.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Alternating stanzas — caged + wild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Stanza 1 — caged: paces on pads of velvet.</a:t>
            </a:r>
          </a:p>
          <a:p>
            <a:pPr/>
            <a:r>
              <a:rPr sz="2200"/>
              <a:t>Stanza 2 — wild: slides through long grass, lurks near water-hole.</a:t>
            </a:r>
          </a:p>
          <a:p>
            <a:pPr/>
            <a:r>
              <a:rPr sz="2200"/>
              <a:t>Stanza 3 — caged: ignores visitors.</a:t>
            </a:r>
          </a:p>
          <a:p>
            <a:pPr/>
            <a:r>
              <a:rPr sz="2200"/>
              <a:t>Stanza 4 — wild: snarls near a village, terrorises.</a:t>
            </a:r>
          </a:p>
          <a:p>
            <a:pPr/>
            <a:r>
              <a:rPr sz="2200"/>
              <a:t>Stanza 5 — caged at night: stares at brilliant stars.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poem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The cage DIMINISHES the wildness.</a:t>
            </a:r>
          </a:p>
          <a:p>
            <a:pPr/>
            <a:r>
              <a:rPr sz="2200"/>
              <a:t>Tiger keeps DIGNITY (ignores visitors, paces with care).</a:t>
            </a:r>
          </a:p>
          <a:p>
            <a:pPr/>
            <a:r>
              <a:rPr sz="2200"/>
              <a:t>Loses environment, hunting power, fear-inducing presence.</a:t>
            </a:r>
          </a:p>
          <a:p>
            <a:pPr/>
            <a:r>
              <a:rPr sz="2200"/>
              <a:t>Stars = unreachable freedom.</a:t>
            </a:r>
          </a:p>
          <a:p>
            <a:pPr/>
            <a:r>
              <a:rPr sz="2200"/>
              <a:t>Indirect critique of zoos.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— Mandela + Tiger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Both about FREEDOM.</a:t>
            </a:r>
          </a:p>
          <a:p>
            <a:pPr/>
            <a:r>
              <a:rPr sz="2200"/>
              <a:t>Mandela — from new freedom.</a:t>
            </a:r>
          </a:p>
          <a:p>
            <a:pPr/>
            <a:r>
              <a:rPr sz="2200"/>
              <a:t>Norris — from ongoing captivity.</a:t>
            </a:r>
          </a:p>
          <a:p>
            <a:pPr/>
            <a:r>
              <a:rPr sz="2200"/>
              <a:t>Mandela: oppressor is as unfree as oppressed.</a:t>
            </a:r>
          </a:p>
          <a:p>
            <a:pPr/>
            <a:r>
              <a:rPr sz="2200"/>
              <a:t>Tiger: cage diminishes both creature AND keeper.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Three iconic Mandela quotes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'Never, never and never again.'</a:t>
            </a:r>
          </a:p>
          <a:p>
            <a:pPr/>
            <a:r>
              <a:rPr sz="2200"/>
              <a:t>'Apartheid created a deep and lasting wound.'</a:t>
            </a:r>
          </a:p>
          <a:p>
            <a:pPr/>
            <a:r>
              <a:rPr sz="2200"/>
              <a:t>'Courage is the triumph over fear.'</a:t>
            </a:r>
          </a:p>
          <a:p>
            <a:pPr/>
            <a:r>
              <a:rPr sz="2200"/>
              <a:t>'No one is truly free if all are not free.'</a:t>
            </a:r>
          </a:p>
          <a:p>
            <a:pPr/>
            <a:r>
              <a:rPr sz="2200"/>
              <a:t>'Love comes more naturally to the human heart than its opposite.'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What does 'apartheid' mean?</a:t>
            </a:r>
          </a:p>
          <a:p>
            <a:pPr/>
            <a:r>
              <a:rPr sz="2200"/>
              <a:t>2. Why is courage the 'triumph over fear'?</a:t>
            </a:r>
          </a:p>
          <a:p>
            <a:pPr/>
            <a:r>
              <a:rPr sz="2200"/>
              <a:t>3. Three contrasts in 'A Tiger in the Zoo'.</a:t>
            </a:r>
          </a:p>
          <a:p>
            <a:pPr/>
            <a:r>
              <a:rPr sz="2200"/>
              <a:t>4. Why are the two pieces paired?</a:t>
            </a:r>
          </a:p>
          <a:p>
            <a:pPr/>
            <a:r>
              <a:rPr sz="2200"/>
              <a:t>5. What does 'oppressor as unfree as oppressed' mean?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Mandela's clan name?</a:t>
            </a:r>
          </a:p>
          <a:p>
            <a:pPr/>
            <a:r>
              <a:rPr sz="2200"/>
              <a:t>Q2. Years in prison?</a:t>
            </a:r>
          </a:p>
          <a:p>
            <a:pPr/>
            <a:r>
              <a:rPr sz="2200"/>
              <a:t>Q3. Year of inauguration?</a:t>
            </a:r>
          </a:p>
          <a:p>
            <a:pPr/>
            <a:r>
              <a:rPr sz="2200"/>
              <a:t>Q4. Tiger's final image?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Mandela inaugurated 10 May 1994 — end of apartheid.</a:t>
            </a:r>
          </a:p>
          <a:p>
            <a:pPr/>
            <a:r>
              <a:rPr sz="2200"/>
              <a:t>27 years in prison; first black President.</a:t>
            </a:r>
          </a:p>
          <a:p>
            <a:pPr/>
            <a:r>
              <a:rPr sz="2200"/>
              <a:t>Twin obligations; courage = triumph over fear; love over hate.</a:t>
            </a:r>
          </a:p>
          <a:p>
            <a:pPr/>
            <a:r>
              <a:rPr sz="2200"/>
              <a:t>No one free until all are free.</a:t>
            </a:r>
          </a:p>
          <a:p>
            <a:pPr/>
            <a:r>
              <a:rPr sz="2200"/>
              <a:t>Norris's poem — caged + wild scenes alternated.</a:t>
            </a:r>
          </a:p>
          <a:p>
            <a:pPr/>
            <a:r>
              <a:rPr sz="2200"/>
              <a:t>Both pieces — meditation on freedom at every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