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एक छोटी पर शक्तिशाली कहानी।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उद्देश्य पढ़ें।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परिचय।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दो पात्रों की तुलना।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प्लॉट का क्रम।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भावनात्मक चरम।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हर शब्द का प्रयोग वाक्य में।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हर मुहावरा प्रयोग में।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तालिका बोर्ड पर।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पाँच सबक।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घूमकर देखें।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सबसे ज़्यादा गलती वाला प्रश्न।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कार्यपत्रक बाँटें।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गोल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Class 6  ·  Hindi  ·  गोल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— इस पाठ से क्या सीखेंगे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कहानी का सारांश और मुख्य पात्र।</a:t>
            </a:r>
          </a:p>
          <a:p>
            <a:pPr/>
            <a:r>
              <a:rPr sz="2200"/>
              <a:t>कहानी का संदेश।</a:t>
            </a:r>
          </a:p>
          <a:p>
            <a:pPr/>
            <a:r>
              <a:rPr sz="2200"/>
              <a:t>मुख्य शब्दार्थ और मुहावरे।</a:t>
            </a:r>
          </a:p>
          <a:p>
            <a:pPr/>
            <a:r>
              <a:rPr sz="2200"/>
              <a:t>व्याकरण — संज्ञा/सर्वनाम/विशेषण/क्रिया।</a:t>
            </a:r>
          </a:p>
          <a:p>
            <a:pPr/>
            <a:r>
              <a:rPr sz="2200"/>
              <a:t>अपने अनुभव पर अनुच्छेद लिखना।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कहानी का परिचय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शीर्षक — गोल (फ़ुटबॉल का गोल)।</a:t>
            </a:r>
          </a:p>
          <a:p>
            <a:pPr/>
            <a:r>
              <a:rPr sz="2200"/>
              <a:t>विषय — एक छोटा खिलाड़ी, एक बड़ा सपना।</a:t>
            </a:r>
          </a:p>
          <a:p>
            <a:pPr/>
            <a:r>
              <a:rPr sz="2200"/>
              <a:t>मुख्य पात्र — राहुल और अमित।</a:t>
            </a:r>
          </a:p>
          <a:p>
            <a:pPr/>
            <a:r>
              <a:rPr sz="2200"/>
              <a:t>स्थान — मोहल्ले का मैदान।</a:t>
            </a:r>
          </a:p>
          <a:p>
            <a:pPr/>
            <a:r>
              <a:rPr sz="2200"/>
              <a:t>समय — एक शाम।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मुख्य पात्र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राहुल — सबसे छोटा खिलाड़ी (11 साल)।</a:t>
            </a:r>
          </a:p>
          <a:p>
            <a:pPr/>
            <a:r>
              <a:rPr sz="2200"/>
              <a:t>ताने सहता है, पर हार नहीं मानता।</a:t>
            </a:r>
          </a:p>
          <a:p>
            <a:pPr/>
            <a:r>
              <a:rPr sz="2200"/>
              <a:t>अमित — दूसरी टीम का खिलाड़ी।</a:t>
            </a:r>
          </a:p>
          <a:p>
            <a:pPr/>
            <a:r>
              <a:rPr sz="2200"/>
              <a:t>शुरू में मज़ाक उड़ाता है।</a:t>
            </a:r>
          </a:p>
          <a:p>
            <a:pPr/>
            <a:r>
              <a:rPr sz="2200"/>
              <a:t>अंत में अपनी ग़लती मान लेता है।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घटनाओं का क्रम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1. खेल शुरू, बच्चे जमा।</a:t>
            </a:r>
          </a:p>
          <a:p>
            <a:pPr/>
            <a:r>
              <a:rPr sz="2200"/>
              <a:t>2. अमित का ताना — 'तुम बहुत छोटे हो'।</a:t>
            </a:r>
          </a:p>
          <a:p>
            <a:pPr/>
            <a:r>
              <a:rPr sz="2200"/>
              <a:t>3. खेल चलता है — 20 मिनट में स्कोर 1-1।</a:t>
            </a:r>
          </a:p>
          <a:p>
            <a:pPr/>
            <a:r>
              <a:rPr sz="2200"/>
              <a:t>4. गेंद राहुल के पास — फुर्ती से चकमा।</a:t>
            </a:r>
          </a:p>
          <a:p>
            <a:pPr/>
            <a:r>
              <a:rPr sz="2200"/>
              <a:t>5. ज़ोरदार किक — गोऽऽऽऽऽल! टीम जीती।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अंत का दृश्य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सब बच्चों ने राहुल को कंधों पर उठाया।</a:t>
            </a:r>
          </a:p>
          <a:p>
            <a:pPr/>
            <a:r>
              <a:rPr sz="2200"/>
              <a:t>अमित ने आगे बढ़कर हाथ मिलाया।</a:t>
            </a:r>
          </a:p>
          <a:p>
            <a:pPr/>
            <a:r>
              <a:rPr sz="2200"/>
              <a:t>अमित — 'मैंने तुम्हें ग़लत समझा।'</a:t>
            </a:r>
          </a:p>
          <a:p>
            <a:pPr/>
            <a:r>
              <a:rPr sz="2200"/>
              <a:t>राहुल — मुस्कुराया।</a:t>
            </a:r>
          </a:p>
          <a:p>
            <a:pPr/>
            <a:r>
              <a:rPr sz="2200"/>
              <a:t>मोहल्ले में नई कहावत बनी।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मुख्य शब्दार्थ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मोहल्ला = पास-पड़ोस का इलाका।</a:t>
            </a:r>
          </a:p>
          <a:p>
            <a:pPr/>
            <a:r>
              <a:rPr sz="2200"/>
              <a:t>फुर्ती = तेज़ी।</a:t>
            </a:r>
          </a:p>
          <a:p>
            <a:pPr/>
            <a:r>
              <a:rPr sz="2200"/>
              <a:t>चकमा देना = धोखे से बचना (मुहावरा)।</a:t>
            </a:r>
          </a:p>
          <a:p>
            <a:pPr/>
            <a:r>
              <a:rPr sz="2200"/>
              <a:t>विजयी = जीत दिलाने वाला।</a:t>
            </a:r>
          </a:p>
          <a:p>
            <a:pPr/>
            <a:r>
              <a:rPr sz="2200"/>
              <a:t>कहावत = पुरानी मशहूर बात।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मुहावरे (idioms)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ताना मारना = मज़ाक उड़ाना।</a:t>
            </a:r>
          </a:p>
          <a:p>
            <a:pPr/>
            <a:r>
              <a:rPr sz="2200"/>
              <a:t>चकमा देना = धोखे से बच निकलना।</a:t>
            </a:r>
          </a:p>
          <a:p>
            <a:pPr/>
            <a:r>
              <a:rPr sz="2200"/>
              <a:t>कंधों पर उठाना = प्रशंसा / जश्न।</a:t>
            </a:r>
          </a:p>
          <a:p>
            <a:pPr/>
            <a:r>
              <a:rPr sz="2200"/>
              <a:t>कहावत — 'उम्र छोटी हो, पर सपना बड़ा होना चाहिए।'</a:t>
            </a:r>
          </a:p>
          <a:p>
            <a:pPr/>
            <a:r>
              <a:rPr sz="2200"/>
              <a:t>मुहावरों का प्रयोग वाक्य की शक्ति बढ़ाता है।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व्याकरण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संज्ञा — नाम (राहुल, मैदान, गेंद)।</a:t>
            </a:r>
          </a:p>
          <a:p>
            <a:pPr/>
            <a:r>
              <a:rPr sz="2200"/>
              <a:t>सर्वनाम — संज्ञा के बदले (वह, उसने)।</a:t>
            </a:r>
          </a:p>
          <a:p>
            <a:pPr/>
            <a:r>
              <a:rPr sz="2200"/>
              <a:t>विशेषण — विशेषता (छोटा, ज़ोरदार)।</a:t>
            </a:r>
          </a:p>
          <a:p>
            <a:pPr/>
            <a:r>
              <a:rPr sz="2200"/>
              <a:t>क्रिया — काम (मारी, मुस्कुराया)।</a:t>
            </a:r>
          </a:p>
          <a:p>
            <a:pPr/>
            <a:r>
              <a:rPr sz="2200"/>
              <a:t>उदाहरण: 'राहुल ने ज़ोरदार किक मारी।'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कहानी का संदेश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1. हुनर &gt; उम्र / आकार।</a:t>
            </a:r>
          </a:p>
          <a:p>
            <a:pPr/>
            <a:r>
              <a:rPr sz="2200"/>
              <a:t>2. ताने सुनकर हार नहीं मानना।</a:t>
            </a:r>
          </a:p>
          <a:p>
            <a:pPr/>
            <a:r>
              <a:rPr sz="2200"/>
              <a:t>3. अपनी मेहनत से जवाब दो।</a:t>
            </a:r>
          </a:p>
          <a:p>
            <a:pPr/>
            <a:r>
              <a:rPr sz="2200"/>
              <a:t>4. ग़लती मानना भी बड़प्पन है।</a:t>
            </a:r>
          </a:p>
          <a:p>
            <a:pPr/>
            <a:r>
              <a:rPr sz="2200"/>
              <a:t>5. सपना हमेशा बड़ा रखो।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— अब आप करें (5 मिनट)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1. राहुल की उम्र?</a:t>
            </a:r>
          </a:p>
          <a:p>
            <a:pPr/>
            <a:r>
              <a:rPr sz="2200"/>
              <a:t>2. 'चकमा देना' का अर्थ?</a:t>
            </a:r>
          </a:p>
          <a:p>
            <a:pPr/>
            <a:r>
              <a:rPr sz="2200"/>
              <a:t>3. 'विजयी' का विलोम?</a:t>
            </a:r>
          </a:p>
          <a:p>
            <a:pPr/>
            <a:r>
              <a:rPr sz="2200"/>
              <a:t>4. कहानी की मुख्य कहावत?</a:t>
            </a:r>
          </a:p>
          <a:p>
            <a:pPr/>
            <a:r>
              <a:rPr sz="2200"/>
              <a:t>5. अपने एक यादगार खेल पर एक वाक्य।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check — त्वरित जाँच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प्र.1 कौन-सा खेल खेला जाता है?</a:t>
            </a:r>
          </a:p>
          <a:p>
            <a:pPr/>
            <a:r>
              <a:rPr sz="2200"/>
              <a:t>प्र.2 गोल किसने मारा?</a:t>
            </a:r>
          </a:p>
          <a:p>
            <a:pPr/>
            <a:r>
              <a:rPr sz="2200"/>
              <a:t>प्र.3 'फुर्ती' का अर्थ?</a:t>
            </a:r>
          </a:p>
          <a:p>
            <a:pPr/>
            <a:r>
              <a:rPr sz="2200"/>
              <a:t>प्र.4 अमित ने अंत में क्या किया?</a:t>
            </a:r>
          </a:p>
          <a:p>
            <a:pPr/>
            <a:r>
              <a:rPr sz="2200"/>
              <a:t>उँगलियों से उत्तर।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— मुख्य बातें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कहानी — राहुल का विजयी गोल।</a:t>
            </a:r>
          </a:p>
          <a:p>
            <a:pPr/>
            <a:r>
              <a:rPr sz="2200"/>
              <a:t>ताने → मेहनत → सम्मान।</a:t>
            </a:r>
          </a:p>
          <a:p>
            <a:pPr/>
            <a:r>
              <a:rPr sz="2200"/>
              <a:t>अमित का बड़प्पन — ग़लती मानना।</a:t>
            </a:r>
          </a:p>
          <a:p>
            <a:pPr/>
            <a:r>
              <a:rPr sz="2200"/>
              <a:t>कहावत — 'उम्र छोटी, सपना बड़ा'।</a:t>
            </a:r>
          </a:p>
          <a:p>
            <a:pPr/>
            <a:r>
              <a:rPr sz="2200"/>
              <a:t>व्याकरण — संज्ञा / सर्वनाम / विशेषण / क्रिया + मुहावरे।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