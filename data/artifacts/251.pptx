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introduce yourself in Sanskrit.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persons × three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chorus.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Sentence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person-marking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 of living.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in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Family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Likes and favourite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recital.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मम परिचयः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Sanskrit  ·  मम परिचयः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Identify सर्वनामानि (अहम् / त्वम् / सः / सा …).</a:t>
            </a:r>
          </a:p>
          <a:p>
            <a:pPr/>
            <a:r>
              <a:rPr sz="2200"/>
              <a:t>Conjugate अस्-धातु (am/is/are).</a:t>
            </a:r>
          </a:p>
          <a:p>
            <a:pPr/>
            <a:r>
              <a:rPr sz="2200"/>
              <a:t>Conjugate पठ्-धातु and वस्-धातु.</a:t>
            </a:r>
          </a:p>
          <a:p>
            <a:pPr/>
            <a:r>
              <a:rPr sz="2200"/>
              <a:t>Build the introduction template.</a:t>
            </a:r>
          </a:p>
          <a:p>
            <a:pPr/>
            <a:r>
              <a:rPr sz="2200"/>
              <a:t>Deliver a 5-6 line self-introduction.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सर्वनामानि — pronouns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सर्वनाम = व्यक्ति-स्थाने प्रयुज्यमानं पदम्.</a:t>
            </a:r>
          </a:p>
          <a:p>
            <a:pPr/>
            <a:r>
              <a:rPr sz="2200"/>
              <a:t>प्रथम-पुरुष: अहम् / आवाम् / वयम्.</a:t>
            </a:r>
          </a:p>
          <a:p>
            <a:pPr/>
            <a:r>
              <a:rPr sz="2200"/>
              <a:t>मध्यम-पुरुष: त्वम् / युवाम् / यूयम्.</a:t>
            </a:r>
          </a:p>
          <a:p>
            <a:pPr/>
            <a:r>
              <a:rPr sz="2200"/>
              <a:t>उत्तम-पुरुष: सः / तौ / ते (m), सा / ते / ताः (f), तत् / ते / तानि (n).</a:t>
            </a:r>
          </a:p>
          <a:p>
            <a:pPr/>
            <a:r>
              <a:rPr sz="2200"/>
              <a:t>त्रीणि वचनानि — एकवचनम्, द्विवचनम्, बहुवचनम्.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अस्-धातुः — be / am / is /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अहम् अस्मि (I am).</a:t>
            </a:r>
          </a:p>
          <a:p>
            <a:pPr/>
            <a:r>
              <a:rPr sz="2200"/>
              <a:t>त्वम् असि (you are).</a:t>
            </a:r>
          </a:p>
          <a:p>
            <a:pPr/>
            <a:r>
              <a:rPr sz="2200"/>
              <a:t>सः / सा / तत् अस्ति (he/she/it is).</a:t>
            </a:r>
          </a:p>
          <a:p>
            <a:pPr/>
            <a:r>
              <a:rPr sz="2200"/>
              <a:t>वयम् स्मः (we are).</a:t>
            </a:r>
          </a:p>
          <a:p>
            <a:pPr/>
            <a:r>
              <a:rPr sz="2200"/>
              <a:t>यूयम् स्थ (you all are); ते सन्ति (they are).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अस्-धातु in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अहम् बालकः अस्मि. (I am a boy.)</a:t>
            </a:r>
          </a:p>
          <a:p>
            <a:pPr/>
            <a:r>
              <a:rPr sz="2200"/>
              <a:t>त्वम् बालिका असि. (You are a girl.)</a:t>
            </a:r>
          </a:p>
          <a:p>
            <a:pPr/>
            <a:r>
              <a:rPr sz="2200"/>
              <a:t>सः छात्रः अस्ति. (He is a student.)</a:t>
            </a:r>
          </a:p>
          <a:p>
            <a:pPr/>
            <a:r>
              <a:rPr sz="2200"/>
              <a:t>सा छात्रा अस्ति. (She is a student.)</a:t>
            </a:r>
          </a:p>
          <a:p>
            <a:pPr/>
            <a:r>
              <a:rPr sz="2200"/>
              <a:t>वयम् मित्राणि स्मः. (We are friends.)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पठ्-धातुः —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अहम् पठामि (I read).</a:t>
            </a:r>
          </a:p>
          <a:p>
            <a:pPr/>
            <a:r>
              <a:rPr sz="2200"/>
              <a:t>त्वम् पठसि (you read).</a:t>
            </a:r>
          </a:p>
          <a:p>
            <a:pPr/>
            <a:r>
              <a:rPr sz="2200"/>
              <a:t>सः / सा पठति (he / she reads).</a:t>
            </a:r>
          </a:p>
          <a:p>
            <a:pPr/>
            <a:r>
              <a:rPr sz="2200"/>
              <a:t>वयम् पठामः (we read).</a:t>
            </a:r>
          </a:p>
          <a:p>
            <a:pPr/>
            <a:r>
              <a:rPr sz="2200"/>
              <a:t>यूयम् पठथ; ते पठन्ति.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वस्-धातुः —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अहम् वसामि (I live).</a:t>
            </a:r>
          </a:p>
          <a:p>
            <a:pPr/>
            <a:r>
              <a:rPr sz="2200"/>
              <a:t>त्वम् वससि (you live).</a:t>
            </a:r>
          </a:p>
          <a:p>
            <a:pPr/>
            <a:r>
              <a:rPr sz="2200"/>
              <a:t>सः वसति (he lives).</a:t>
            </a:r>
          </a:p>
          <a:p>
            <a:pPr/>
            <a:r>
              <a:rPr sz="2200"/>
              <a:t>वयम् वसामः; ते वसन्ति.</a:t>
            </a:r>
          </a:p>
          <a:p>
            <a:pPr/>
            <a:r>
              <a:rPr sz="2200"/>
              <a:t>वसन्तः नगरे वसति — alliteration!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नाम-निवेदनम् — saying your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मम नाम __ अस्ति. (My name is __.)</a:t>
            </a:r>
          </a:p>
          <a:p>
            <a:pPr/>
            <a:r>
              <a:rPr sz="2200"/>
              <a:t>'मम' = my.</a:t>
            </a:r>
          </a:p>
          <a:p>
            <a:pPr/>
            <a:r>
              <a:rPr sz="2200"/>
              <a:t>Question (m): भवतः नाम किम्?</a:t>
            </a:r>
          </a:p>
          <a:p>
            <a:pPr/>
            <a:r>
              <a:rPr sz="2200"/>
              <a:t>Question (f): भवत्याः नाम किम्?</a:t>
            </a:r>
          </a:p>
          <a:p>
            <a:pPr/>
            <a:r>
              <a:rPr sz="2200"/>
              <a:t>उत्तरम्: मम नाम __ अस्ति.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कक्षा / विद्यालय / नगर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अहम् षष्ठ-कक्षायाम् पठामि.</a:t>
            </a:r>
          </a:p>
          <a:p>
            <a:pPr/>
            <a:r>
              <a:rPr sz="2200"/>
              <a:t>मम विद्यालयस्य नाम __ अस्ति.</a:t>
            </a:r>
          </a:p>
          <a:p>
            <a:pPr/>
            <a:r>
              <a:rPr sz="2200"/>
              <a:t>अहम् __ नगरे वसामि.</a:t>
            </a:r>
          </a:p>
          <a:p>
            <a:pPr/>
            <a:r>
              <a:rPr sz="2200"/>
              <a:t>Substitute your real city / school name.</a:t>
            </a:r>
          </a:p>
          <a:p>
            <a:pPr/>
            <a:r>
              <a:rPr sz="2200"/>
              <a:t>Ordinal-numbers: षष्ठः, सप्तमः, अष्टमः…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परिवार-शब्दाः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पिता (father), माता (mother).</a:t>
            </a:r>
          </a:p>
          <a:p>
            <a:pPr/>
            <a:r>
              <a:rPr sz="2200"/>
              <a:t>भ्राता (brother), भगिनी (sister).</a:t>
            </a:r>
          </a:p>
          <a:p>
            <a:pPr/>
            <a:r>
              <a:rPr sz="2200"/>
              <a:t>मम परिवारे पञ्च जनाः सन्ति.</a:t>
            </a:r>
          </a:p>
          <a:p>
            <a:pPr/>
            <a:r>
              <a:rPr sz="2200"/>
              <a:t>एकः, द्वौ, त्रयः, चत्वारः, पञ्च.</a:t>
            </a:r>
          </a:p>
          <a:p>
            <a:pPr/>
            <a:r>
              <a:rPr sz="2200"/>
              <a:t>मम पितुः नाम __ अस्ति.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रुचि / प्रियः विषयः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अहम् __ रोचये. (I like __.)</a:t>
            </a:r>
          </a:p>
          <a:p>
            <a:pPr/>
            <a:r>
              <a:rPr sz="2200"/>
              <a:t>अहम् क्रीडां रोचये.</a:t>
            </a:r>
          </a:p>
          <a:p>
            <a:pPr/>
            <a:r>
              <a:rPr sz="2200"/>
              <a:t>अहम् सङ्गीतं रोचये.</a:t>
            </a:r>
          </a:p>
          <a:p>
            <a:pPr/>
            <a:r>
              <a:rPr sz="2200"/>
              <a:t>मम प्रियः विषयः __ अस्ति.</a:t>
            </a:r>
          </a:p>
          <a:p>
            <a:pPr/>
            <a:r>
              <a:rPr sz="2200"/>
              <a:t>मम प्रियः विषयः गणितम् अस्ति.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पूर्ण-परिचयः — full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नमस्ते. मम नाम सीता अस्ति.</a:t>
            </a:r>
          </a:p>
          <a:p>
            <a:pPr/>
            <a:r>
              <a:rPr sz="2200"/>
              <a:t>अहम् षष्ठ-कक्षायाम् पठामि.</a:t>
            </a:r>
          </a:p>
          <a:p>
            <a:pPr/>
            <a:r>
              <a:rPr sz="2200"/>
              <a:t>मम विद्यालयस्य नाम सरस्वती-विद्यालयः अस्ति.</a:t>
            </a:r>
          </a:p>
          <a:p>
            <a:pPr/>
            <a:r>
              <a:rPr sz="2200"/>
              <a:t>अहम् पुणे-नगरे वसामि.</a:t>
            </a:r>
          </a:p>
          <a:p>
            <a:pPr/>
            <a:r>
              <a:rPr sz="2200"/>
              <a:t>मम परिवारे पञ्च जनाः सन्ति. मम प्रियः विषयः संस्कृतम् अस्ति. धन्यवादः.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अभ्यासः — 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Write 'I am a student' in Sanskrit.</a:t>
            </a:r>
          </a:p>
          <a:p>
            <a:pPr/>
            <a:r>
              <a:rPr sz="2200"/>
              <a:t>2. Write 'She lives in Mumbai'.</a:t>
            </a:r>
          </a:p>
          <a:p>
            <a:pPr/>
            <a:r>
              <a:rPr sz="2200"/>
              <a:t>3. Write 'We read Sanskrit'.</a:t>
            </a:r>
          </a:p>
          <a:p>
            <a:pPr/>
            <a:r>
              <a:rPr sz="2200"/>
              <a:t>4. Write your own 5-line परिचयः.</a:t>
            </a:r>
          </a:p>
          <a:p>
            <a:pPr/>
            <a:r>
              <a:rPr sz="2200"/>
              <a:t>5. Stand up and recite.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'I am' = ?</a:t>
            </a:r>
          </a:p>
          <a:p>
            <a:pPr/>
            <a:r>
              <a:rPr sz="2200"/>
              <a:t>Q2. 'She is' = ?</a:t>
            </a:r>
          </a:p>
          <a:p>
            <a:pPr/>
            <a:r>
              <a:rPr sz="2200"/>
              <a:t>Q3. 'They read' = ?</a:t>
            </a:r>
          </a:p>
          <a:p>
            <a:pPr/>
            <a:r>
              <a:rPr sz="2200"/>
              <a:t>Q4. 'My' in Sanskrit = 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सङ्क्षेपः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सर्वनामानि — अहम् / त्वम् / सः / सा / वयम् / यूयम् / ते.</a:t>
            </a:r>
          </a:p>
          <a:p>
            <a:pPr/>
            <a:r>
              <a:rPr sz="2200"/>
              <a:t>अस्-धातुः — अस्मि / असि / अस्ति / स्मः / स्थ / सन्ति.</a:t>
            </a:r>
          </a:p>
          <a:p>
            <a:pPr/>
            <a:r>
              <a:rPr sz="2200"/>
              <a:t>पठ्-धातुः — पठामि / पठसि / पठति / पठामः / पठथ / पठन्ति.</a:t>
            </a:r>
          </a:p>
          <a:p>
            <a:pPr/>
            <a:r>
              <a:rPr sz="2200"/>
              <a:t>मम __ अस्ति — for name.</a:t>
            </a:r>
          </a:p>
          <a:p>
            <a:pPr/>
            <a:r>
              <a:rPr sz="2200"/>
              <a:t>षड्-घटक-परिचयः — नाम, कक्षा, विद्यालय, नगर, परिवार, प्रियः विषयः.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