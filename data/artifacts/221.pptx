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Sharper view of integers, rationals, irrationals.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HCF(420, 130).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Big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Min/max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Generalises to any number of integers.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 +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Classic proof; structure same for √3, √5.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the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terminating-decimal theorem.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Inspect denominators.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 Numbers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Mathematics  ·  Real Numbers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Apply Euclid's lemma + algorithm to find HCF.</a:t>
            </a:r>
          </a:p>
          <a:p>
            <a:pPr/>
            <a:r>
              <a:rPr sz="2200"/>
              <a:t>Use prime factorisation to find HCF and LCM.</a:t>
            </a:r>
          </a:p>
          <a:p>
            <a:pPr/>
            <a:r>
              <a:rPr sz="2200"/>
              <a:t>Prove √2, √3 irrational.</a:t>
            </a:r>
          </a:p>
          <a:p>
            <a:pPr/>
            <a:r>
              <a:rPr sz="2200"/>
              <a:t>Decide if a fraction has a terminating decimal.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Euclid's division 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For positive integers a, b: a = bq + r, 0 ≤ r &lt; b.</a:t>
            </a:r>
          </a:p>
          <a:p>
            <a:pPr/>
            <a:r>
              <a:rPr sz="2200"/>
              <a:t>q = quotient, r = remainder.</a:t>
            </a:r>
          </a:p>
          <a:p>
            <a:pPr/>
            <a:r>
              <a:rPr sz="2200"/>
              <a:t>These are UNIQUE.</a:t>
            </a:r>
          </a:p>
          <a:p>
            <a:pPr/>
            <a:r>
              <a:rPr sz="2200"/>
              <a:t>Example: 17 = 5·3 + 2 (q = 3, r = 2).</a:t>
            </a:r>
          </a:p>
          <a:p>
            <a:pPr/>
            <a:r>
              <a:rPr sz="2200"/>
              <a:t>Foundation for many number-theory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Euclid's division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To find HCF(a, b): apply the lemma to (a, b), then (b, r₁), then (r₁, r₂), …</a:t>
            </a:r>
          </a:p>
          <a:p>
            <a:pPr/>
            <a:r>
              <a:rPr sz="2200"/>
              <a:t>Process terminates: remainders strictly decrease.</a:t>
            </a:r>
          </a:p>
          <a:p>
            <a:pPr/>
            <a:r>
              <a:rPr sz="2200"/>
              <a:t>Last non-zero remainder = HCF.</a:t>
            </a:r>
          </a:p>
          <a:p>
            <a:pPr/>
            <a:r>
              <a:rPr sz="2200"/>
              <a:t>Faster than listing factors for large numbers.</a:t>
            </a:r>
          </a:p>
          <a:p>
            <a:pPr/>
            <a:r>
              <a:rPr sz="2200"/>
              <a:t>Famous algorithm — over 2000 years 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HCF(420, 130) by Euclid's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420 = 130 · 3 + 30.</a:t>
            </a:r>
          </a:p>
          <a:p>
            <a:pPr/>
            <a:r>
              <a:rPr sz="2200"/>
              <a:t>130 = 30 · 4 + 10.</a:t>
            </a:r>
          </a:p>
          <a:p>
            <a:pPr/>
            <a:r>
              <a:rPr sz="2200"/>
              <a:t>30 = 10 · 3 + 0.</a:t>
            </a:r>
          </a:p>
          <a:p>
            <a:pPr/>
            <a:r>
              <a:rPr sz="2200"/>
              <a:t>Last non-zero remainder = 10.</a:t>
            </a:r>
          </a:p>
          <a:p>
            <a:pPr/>
            <a:r>
              <a:rPr sz="2200"/>
              <a:t>HCF(420, 130) = 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Fundamental Theorem of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Every composite number has a unique prime factorisation (up to order).</a:t>
            </a:r>
          </a:p>
          <a:p>
            <a:pPr/>
            <a:r>
              <a:rPr sz="2200"/>
              <a:t>12 = 2² · 3.</a:t>
            </a:r>
          </a:p>
          <a:p>
            <a:pPr/>
            <a:r>
              <a:rPr sz="2200"/>
              <a:t>60 = 2² · 3 · 5.</a:t>
            </a:r>
          </a:p>
          <a:p>
            <a:pPr/>
            <a:r>
              <a:rPr sz="2200"/>
              <a:t>Once you have factorisations, HCF/LCM is mechanical.</a:t>
            </a:r>
          </a:p>
          <a:p>
            <a:pPr/>
            <a:r>
              <a:rPr sz="2200"/>
              <a:t>Powerful: gives 'genome' of every number.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HCF and LCM by factorisation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HCF: SMALLEST power of each prime appearing in BOTH factorisations.</a:t>
            </a:r>
          </a:p>
          <a:p>
            <a:pPr/>
            <a:r>
              <a:rPr sz="2200"/>
              <a:t>LCM: LARGEST power of EVERY prime appearing in EITHER.</a:t>
            </a:r>
          </a:p>
          <a:p>
            <a:pPr/>
            <a:r>
              <a:rPr sz="2200"/>
              <a:t>Example: 24 = 2³·3; 36 = 2²·3². HCF = 2²·3 = 12. LCM = 2³·3² = 72.</a:t>
            </a:r>
          </a:p>
          <a:p>
            <a:pPr/>
            <a:r>
              <a:rPr sz="2200"/>
              <a:t>Identity: HCF(a, b) × LCM(a, b) = a × b.</a:t>
            </a:r>
          </a:p>
          <a:p>
            <a:pPr/>
            <a:r>
              <a:rPr sz="2200"/>
              <a:t>Use it as a shortcut when you know three of the four.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Three-number HCF and LCM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6 = 2 · 3.</a:t>
            </a:r>
          </a:p>
          <a:p>
            <a:pPr/>
            <a:r>
              <a:rPr sz="2200"/>
              <a:t>72 = 2³ · 3².</a:t>
            </a:r>
          </a:p>
          <a:p>
            <a:pPr/>
            <a:r>
              <a:rPr sz="2200"/>
              <a:t>120 = 2³ · 3 · 5.</a:t>
            </a:r>
          </a:p>
          <a:p>
            <a:pPr/>
            <a:r>
              <a:rPr sz="2200"/>
              <a:t>HCF = 2 · 3 = 6 (smallest powers of common primes).</a:t>
            </a:r>
          </a:p>
          <a:p>
            <a:pPr/>
            <a:r>
              <a:rPr sz="2200"/>
              <a:t>LCM = 2³ · 3² · 5 = 360 (largest powers of all primes).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Irrational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Rational: p/q with q ≠ 0.</a:t>
            </a:r>
          </a:p>
          <a:p>
            <a:pPr/>
            <a:r>
              <a:rPr sz="2200"/>
              <a:t>Irrational: cannot be written p/q.</a:t>
            </a:r>
          </a:p>
          <a:p>
            <a:pPr/>
            <a:r>
              <a:rPr sz="2200"/>
              <a:t>Famous: √2, √3, √5, π, e.</a:t>
            </a:r>
          </a:p>
          <a:p>
            <a:pPr/>
            <a:r>
              <a:rPr sz="2200"/>
              <a:t>Their decimal expansions are non-terminating, non-repeating.</a:t>
            </a:r>
          </a:p>
          <a:p>
            <a:pPr/>
            <a:r>
              <a:rPr sz="2200"/>
              <a:t>Proved irrational by CONTRADICTION.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Proof: √2 is irrational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Assume √2 = p/q (lowest terms).</a:t>
            </a:r>
          </a:p>
          <a:p>
            <a:pPr/>
            <a:r>
              <a:rPr sz="2200"/>
              <a:t>Then p² = 2q² → p is even.</a:t>
            </a:r>
          </a:p>
          <a:p>
            <a:pPr/>
            <a:r>
              <a:rPr sz="2200"/>
              <a:t>Write p = 2k. Then q² = 2k² → q is even.</a:t>
            </a:r>
          </a:p>
          <a:p>
            <a:pPr/>
            <a:r>
              <a:rPr sz="2200"/>
              <a:t>Both p, q even — contradicts lowest terms!</a:t>
            </a:r>
          </a:p>
          <a:p>
            <a:pPr/>
            <a:r>
              <a:rPr sz="2200"/>
              <a:t>So √2 is irrational. Q.E.D.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Combining rationals and irrationals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Rational + irrational = irrational. (e.g. 5 + √2)</a:t>
            </a:r>
          </a:p>
          <a:p>
            <a:pPr/>
            <a:r>
              <a:rPr sz="2200"/>
              <a:t>Non-zero rational × irrational = irrational. (e.g. 3√2)</a:t>
            </a:r>
          </a:p>
          <a:p>
            <a:pPr/>
            <a:r>
              <a:rPr sz="2200"/>
              <a:t>Irrational + irrational CAN be rational! ((2+√3) + (2−√3) = 4)</a:t>
            </a:r>
          </a:p>
          <a:p>
            <a:pPr/>
            <a:r>
              <a:rPr sz="2200"/>
              <a:t>Irrational × irrational CAN be rational! (√2 · √2 = 2)</a:t>
            </a:r>
          </a:p>
          <a:p>
            <a:pPr/>
            <a:r>
              <a:rPr sz="2200"/>
              <a:t>Be careful — sums/products of two irrationals are not always irrational.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Rational numbers and their decimals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Every rational has either a TERMINATING decimal or a NON-TERMINATING REPEATING decimal.</a:t>
            </a:r>
          </a:p>
          <a:p>
            <a:pPr/>
            <a:r>
              <a:rPr sz="2200"/>
              <a:t>A rational p/q (lowest terms) terminates iff q = 2^m · 5^n.</a:t>
            </a:r>
          </a:p>
          <a:p>
            <a:pPr/>
            <a:r>
              <a:rPr sz="2200"/>
              <a:t>Otherwise, non-terminating-repeating.</a:t>
            </a:r>
          </a:p>
          <a:p>
            <a:pPr/>
            <a:r>
              <a:rPr sz="2200"/>
              <a:t>Examples: 7/8 → terminates (8=2³). 23/30 → does NOT (30 has a 3).</a:t>
            </a:r>
          </a:p>
          <a:p>
            <a:pPr/>
            <a:r>
              <a:rPr sz="2200"/>
              <a:t>Number of digits = max(m, 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Terminating decimal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7/8 = 7/2³ → 0.875 (3 digits).</a:t>
            </a:r>
          </a:p>
          <a:p>
            <a:pPr/>
            <a:r>
              <a:rPr sz="2200"/>
              <a:t>17/40 = 17/(2³·5) → 0.425 (3 digits).</a:t>
            </a:r>
          </a:p>
          <a:p>
            <a:pPr/>
            <a:r>
              <a:rPr sz="2200"/>
              <a:t>13/3125 = 13/5⁵ → 0.00416 (5 digits).</a:t>
            </a:r>
          </a:p>
          <a:p>
            <a:pPr/>
            <a:r>
              <a:rPr sz="2200"/>
              <a:t>1/12 = 1/(2²·3) → 0.083̄ (NON-terminating, has a 3).</a:t>
            </a:r>
          </a:p>
          <a:p>
            <a:pPr/>
            <a:r>
              <a:rPr sz="2200"/>
              <a:t>23/30 → 0.76̄ (non-terminating).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HCF(96, 404)?</a:t>
            </a:r>
          </a:p>
          <a:p>
            <a:pPr/>
            <a:r>
              <a:rPr sz="2200"/>
              <a:t>2. LCM(15, 25, 60)?</a:t>
            </a:r>
          </a:p>
          <a:p>
            <a:pPr/>
            <a:r>
              <a:rPr sz="2200"/>
              <a:t>3. Prove √3 irrational (sketch).</a:t>
            </a:r>
          </a:p>
          <a:p>
            <a:pPr/>
            <a:r>
              <a:rPr sz="2200"/>
              <a:t>4. Does 6/15 terminate? Why?</a:t>
            </a:r>
          </a:p>
          <a:p>
            <a:pPr/>
            <a:r>
              <a:rPr sz="2200"/>
              <a:t>5. How many digits does 7/40 have?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In a = bq + r, what's the constraint on r?</a:t>
            </a:r>
          </a:p>
          <a:p>
            <a:pPr/>
            <a:r>
              <a:rPr sz="2200"/>
              <a:t>Q2. HCF(a, b) × LCM(a, b) = ?</a:t>
            </a:r>
          </a:p>
          <a:p>
            <a:pPr/>
            <a:r>
              <a:rPr sz="2200"/>
              <a:t>Q3. Is 2/12 a terminating decimal?</a:t>
            </a:r>
          </a:p>
          <a:p>
            <a:pPr/>
            <a:r>
              <a:rPr sz="2200"/>
              <a:t>Q4. (√2)² = ?</a:t>
            </a:r>
          </a:p>
          <a:p>
            <a:pPr/>
            <a:r>
              <a:rPr sz="2200"/>
              <a:t>Show your answers on fingers.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Euclid's lemma: a = bq + r, 0 ≤ r &lt; b.</a:t>
            </a:r>
          </a:p>
          <a:p>
            <a:pPr/>
            <a:r>
              <a:rPr sz="2200"/>
              <a:t>Algorithm: last non-zero remainder = HCF.</a:t>
            </a:r>
          </a:p>
          <a:p>
            <a:pPr/>
            <a:r>
              <a:rPr sz="2200"/>
              <a:t>Fundamental Theorem of Arithmetic: unique prime factorisation.</a:t>
            </a:r>
          </a:p>
          <a:p>
            <a:pPr/>
            <a:r>
              <a:rPr sz="2200"/>
              <a:t>HCF (min powers) × LCM (max powers) = product.</a:t>
            </a:r>
          </a:p>
          <a:p>
            <a:pPr/>
            <a:r>
              <a:rPr sz="2200"/>
              <a:t>√2, √3, π are irrational; proof by contradiction.</a:t>
            </a:r>
          </a:p>
          <a:p>
            <a:pPr/>
            <a:r>
              <a:rPr sz="2200"/>
              <a:t>Rational p/q terminates ↔ q = 2^m · 5^n; # digits = max(m, 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