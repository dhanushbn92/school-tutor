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communities decide together — and how India does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Pluralism of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these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Three-tier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local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1992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sides of citizenship.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Multiple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Grassroots Democracy —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Social Science  ·  Grassroots Democracy — Part 1: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Define governance and good governance.</a:t>
            </a:r>
          </a:p>
          <a:p>
            <a:pPr/>
            <a:r>
              <a:rPr sz="2200"/>
              <a:t>Explain what democracy is.</a:t>
            </a:r>
          </a:p>
          <a:p>
            <a:pPr/>
            <a:r>
              <a:rPr sz="2200"/>
              <a:t>Use the words SOVEREIGN / SECULAR / REPUBLIC.</a:t>
            </a:r>
          </a:p>
          <a:p>
            <a:pPr/>
            <a:r>
              <a:rPr sz="2200"/>
              <a:t>Tell apart Union, State and Local government.</a:t>
            </a:r>
          </a:p>
          <a:p>
            <a:pPr/>
            <a:r>
              <a:rPr sz="2200"/>
              <a:t>Explain the 73rd and 74th Amendments.</a:t>
            </a:r>
          </a:p>
          <a:p>
            <a:pPr/>
            <a:r>
              <a:rPr sz="2200"/>
              <a:t>List ways to participate in democracy.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governance?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Governance = how a community decides and gets things done.</a:t>
            </a:r>
          </a:p>
          <a:p>
            <a:pPr/>
            <a:r>
              <a:rPr sz="2200"/>
              <a:t>Greek root = 'to steer'.</a:t>
            </a:r>
          </a:p>
          <a:p>
            <a:pPr/>
            <a:r>
              <a:rPr sz="2200"/>
              <a:t>Three pillars: clear RULES, fair PROCESSES, ACCOUNTABILITY.</a:t>
            </a:r>
          </a:p>
          <a:p>
            <a:pPr/>
            <a:r>
              <a:rPr sz="2200"/>
              <a:t>Happens at many scales: family, school, village, country.</a:t>
            </a:r>
          </a:p>
          <a:p>
            <a:pPr/>
            <a:r>
              <a:rPr sz="2200"/>
              <a:t>Three big questions: WHO rules? HOW are decisions made? HOW is power limited?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democracy?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Greek demos (people) + kratos (rule) → 'rule of the people'.</a:t>
            </a:r>
          </a:p>
          <a:p>
            <a:pPr/>
            <a:r>
              <a:rPr sz="2200"/>
              <a:t>In a representative democracy, people elect representatives.</a:t>
            </a:r>
          </a:p>
          <a:p>
            <a:pPr/>
            <a:r>
              <a:rPr sz="2200"/>
              <a:t>One person, one vote of EQUAL value.</a:t>
            </a:r>
          </a:p>
          <a:p>
            <a:pPr/>
            <a:r>
              <a:rPr sz="2200"/>
              <a:t>Multiple parties and candidates can compete.</a:t>
            </a:r>
          </a:p>
          <a:p>
            <a:pPr/>
            <a:r>
              <a:rPr sz="2200"/>
              <a:t>Power is LIMITED by a Constitution; citizens have RIGHTS.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Different ways societies have answered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Ancient kingdoms — one king, his word is law.</a:t>
            </a:r>
          </a:p>
          <a:p>
            <a:pPr/>
            <a:r>
              <a:rPr sz="2200"/>
              <a:t>Vajji confederacy (Buddha's time) — council of elders, decisions by discussion.</a:t>
            </a:r>
          </a:p>
          <a:p>
            <a:pPr/>
            <a:r>
              <a:rPr sz="2200"/>
              <a:t>Modern monarchies — limited king + parliament.</a:t>
            </a:r>
          </a:p>
          <a:p>
            <a:pPr/>
            <a:r>
              <a:rPr sz="2200"/>
              <a:t>Modern dictatorships — power without elections.</a:t>
            </a:r>
          </a:p>
          <a:p>
            <a:pPr/>
            <a:r>
              <a:rPr sz="2200"/>
              <a:t>Modern democracies — people elect rulers, ruler is bound by law.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 — the world's largest democracy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Independent on 15 August 1947.</a:t>
            </a:r>
          </a:p>
          <a:p>
            <a:pPr/>
            <a:r>
              <a:rPr sz="2200"/>
              <a:t>Constitution came into effect on 26 January 1950 = Republic Day.</a:t>
            </a:r>
          </a:p>
          <a:p>
            <a:pPr/>
            <a:r>
              <a:rPr sz="2200"/>
              <a:t>Drafting Committee chaired by Dr B. R. Ambedkar.</a:t>
            </a:r>
          </a:p>
          <a:p>
            <a:pPr/>
            <a:r>
              <a:rPr sz="2200"/>
              <a:t>India is: SOVEREIGN, SOCIALIST, SECULAR, DEMOCRATIC, REPUBLIC.</a:t>
            </a:r>
          </a:p>
          <a:p>
            <a:pPr/>
            <a:r>
              <a:rPr sz="2200"/>
              <a:t>Largest by number of voters — hundreds of millions in many languages.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Preamble words — what they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SOVEREIGN — independent; no foreign country decides for us.</a:t>
            </a:r>
          </a:p>
          <a:p>
            <a:pPr/>
            <a:r>
              <a:rPr sz="2200"/>
              <a:t>SOCIALIST — aims to reduce inequality.</a:t>
            </a:r>
          </a:p>
          <a:p>
            <a:pPr/>
            <a:r>
              <a:rPr sz="2200"/>
              <a:t>SECULAR — no official religion; all religions equal.</a:t>
            </a:r>
          </a:p>
          <a:p>
            <a:pPr/>
            <a:r>
              <a:rPr sz="2200"/>
              <a:t>DEMOCRATIC — people choose their government.</a:t>
            </a:r>
          </a:p>
          <a:p>
            <a:pPr/>
            <a:r>
              <a:rPr sz="2200"/>
              <a:t>REPUBLIC — elected head of state, not a hereditary 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levels of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UNION — defence, foreign affairs, currency, railways.</a:t>
            </a:r>
          </a:p>
          <a:p>
            <a:pPr/>
            <a:r>
              <a:rPr sz="2200"/>
              <a:t>STATE — police, agriculture, much of education.</a:t>
            </a:r>
          </a:p>
          <a:p>
            <a:pPr/>
            <a:r>
              <a:rPr sz="2200"/>
              <a:t>LOCAL — wells, street lights, schools, sanitation.</a:t>
            </a:r>
          </a:p>
          <a:p>
            <a:pPr/>
            <a:r>
              <a:rPr sz="2200"/>
              <a:t>Three storeys of one building.</a:t>
            </a:r>
          </a:p>
          <a:p>
            <a:pPr/>
            <a:r>
              <a:rPr sz="2200"/>
              <a:t>Each level handles different subjects.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Sort the subject — which level?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Foreign affairs → Union.</a:t>
            </a:r>
          </a:p>
          <a:p>
            <a:pPr/>
            <a:r>
              <a:rPr sz="2200"/>
              <a:t>State police → State.</a:t>
            </a:r>
          </a:p>
          <a:p>
            <a:pPr/>
            <a:r>
              <a:rPr sz="2200"/>
              <a:t>Village street lights → Local.</a:t>
            </a:r>
          </a:p>
          <a:p>
            <a:pPr/>
            <a:r>
              <a:rPr sz="2200"/>
              <a:t>Currency / Indian Rupee → Union.</a:t>
            </a:r>
          </a:p>
          <a:p>
            <a:pPr/>
            <a:r>
              <a:rPr sz="2200"/>
              <a:t>Local sanitation → Local.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government and Gram Swaraj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Local government is closest to ordinary people.</a:t>
            </a:r>
          </a:p>
          <a:p>
            <a:pPr/>
            <a:r>
              <a:rPr sz="2200"/>
              <a:t>Rural = PANCHAYATI RAJ; Urban = Municipality / Nagar Panchayat.</a:t>
            </a:r>
          </a:p>
          <a:p>
            <a:pPr/>
            <a:r>
              <a:rPr sz="2200"/>
              <a:t>Mahatma Gandhi: GRAM SWARAJ = village self-rule.</a:t>
            </a:r>
          </a:p>
          <a:p>
            <a:pPr/>
            <a:r>
              <a:rPr sz="2200"/>
              <a:t>Strong villages → strong India.</a:t>
            </a:r>
          </a:p>
          <a:p>
            <a:pPr/>
            <a:r>
              <a:rPr sz="2200"/>
              <a:t>Local bodies know local problems best.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73rd &amp; 74th Amendments (1992)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Gave Panchayats and Municipalities a CONSTITUTIONAL foundation.</a:t>
            </a:r>
          </a:p>
          <a:p>
            <a:pPr/>
            <a:r>
              <a:rPr sz="2200"/>
              <a:t>Required REGULAR ELECTIONS at the local level.</a:t>
            </a:r>
          </a:p>
          <a:p>
            <a:pPr/>
            <a:r>
              <a:rPr sz="2200"/>
              <a:t>Reserved SEATS for women, Scheduled Castes, Scheduled Tribes.</a:t>
            </a:r>
          </a:p>
          <a:p>
            <a:pPr/>
            <a:r>
              <a:rPr sz="2200"/>
              <a:t>Gave a CLEAR LIST of powers and resources.</a:t>
            </a:r>
          </a:p>
          <a:p>
            <a:pPr/>
            <a:r>
              <a:rPr sz="2200"/>
              <a:t>Turned local government from idea to reality across India.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Rights and Duties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FUNDAMENTAL RIGHTS: equality, free speech, religion, fair laws.</a:t>
            </a:r>
          </a:p>
          <a:p>
            <a:pPr/>
            <a:r>
              <a:rPr sz="2200"/>
              <a:t>FUNDAMENTAL DUTIES: respect Constitution and flag, protect public property, safeguard environment.</a:t>
            </a:r>
          </a:p>
          <a:p>
            <a:pPr/>
            <a:r>
              <a:rPr sz="2200"/>
              <a:t>Vote at age 18.</a:t>
            </a:r>
          </a:p>
          <a:p>
            <a:pPr/>
            <a:r>
              <a:rPr sz="2200"/>
              <a:t>Stand for elections; contact representatives.</a:t>
            </a:r>
          </a:p>
          <a:p>
            <a:pPr/>
            <a:r>
              <a:rPr sz="2200"/>
              <a:t>Use RTI (Right to Information) to ask government for facts.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beyond elections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Free press — can criticise government without fear.</a:t>
            </a:r>
          </a:p>
          <a:p>
            <a:pPr/>
            <a:r>
              <a:rPr sz="2200"/>
              <a:t>Independent judiciary — strikes down bad laws.</a:t>
            </a:r>
          </a:p>
          <a:p>
            <a:pPr/>
            <a:r>
              <a:rPr sz="2200"/>
              <a:t>Strong institutions — Election Commission, CAG.</a:t>
            </a:r>
          </a:p>
          <a:p>
            <a:pPr/>
            <a:r>
              <a:rPr sz="2200"/>
              <a:t>Active civil society — NGOs, citizens' groups, gram sabhas.</a:t>
            </a:r>
          </a:p>
          <a:p>
            <a:pPr/>
            <a:r>
              <a:rPr sz="2200"/>
              <a:t>Together, they keep governance honest BETWEEN elections.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Define governance in one sentence.</a:t>
            </a:r>
          </a:p>
          <a:p>
            <a:pPr/>
            <a:r>
              <a:rPr sz="2200"/>
              <a:t>2. List 3 features of a democracy.</a:t>
            </a:r>
          </a:p>
          <a:p>
            <a:pPr/>
            <a:r>
              <a:rPr sz="2200"/>
              <a:t>3. Match: defence / police / well → Union / State / Local.</a:t>
            </a:r>
          </a:p>
          <a:p>
            <a:pPr/>
            <a:r>
              <a:rPr sz="2200"/>
              <a:t>4. Why are the 73rd and 74th Amendments important?</a:t>
            </a:r>
          </a:p>
          <a:p>
            <a:pPr/>
            <a:r>
              <a:rPr sz="2200"/>
              <a:t>5. Name 2 Fundamental Rights and 2 Fundamental Duties.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Who chairs the Drafting Committee of the Constitution?</a:t>
            </a:r>
          </a:p>
          <a:p>
            <a:pPr/>
            <a:r>
              <a:rPr sz="2200"/>
              <a:t>Q2. Voting age in India?</a:t>
            </a:r>
          </a:p>
          <a:p>
            <a:pPr/>
            <a:r>
              <a:rPr sz="2200"/>
              <a:t>Q3. SECULAR means?</a:t>
            </a:r>
          </a:p>
          <a:p>
            <a:pPr/>
            <a:r>
              <a:rPr sz="2200"/>
              <a:t>Q4. Which level handles foreign affairs?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Governance = decide + act fairly. Democracy = rule by the people.</a:t>
            </a:r>
          </a:p>
          <a:p>
            <a:pPr/>
            <a:r>
              <a:rPr sz="2200"/>
              <a:t>India: independent 15 Aug 1947, Republic 26 Jan 1950 — Sovereign, Socialist, Secular, Democratic, Republic.</a:t>
            </a:r>
          </a:p>
          <a:p>
            <a:pPr/>
            <a:r>
              <a:rPr sz="2200"/>
              <a:t>Three levels: Union, State, Local.</a:t>
            </a:r>
          </a:p>
          <a:p>
            <a:pPr/>
            <a:r>
              <a:rPr sz="2200"/>
              <a:t>Local government — Panchayati Raj + Municipalities — closest to the people.</a:t>
            </a:r>
          </a:p>
          <a:p>
            <a:pPr/>
            <a:r>
              <a:rPr sz="2200"/>
              <a:t>73rd &amp; 74th Amendments (1992) gave local government constitutional backing.</a:t>
            </a:r>
          </a:p>
          <a:p>
            <a:pPr/>
            <a:r>
              <a:rPr sz="2200"/>
              <a:t>Citizens have RIGHTS and DUTIES; participation is the heart of democracy.</a:t>
            </a:r>
          </a:p>
          <a:p>
            <a:pPr/>
            <a:r>
              <a:rPr sz="2200"/>
              <a:t>Free press, courts, institutions, civil society keep governance honest.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