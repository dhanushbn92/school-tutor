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map the big landmasses (continents) and the big bodies of water (oceans).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globe.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one by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continent has a 'signature feature'.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oceans + their 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each on the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India on the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land neighbours; Sri Lanka and Maldives across the sea.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whip-round.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Connectedness is a key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worksheet; assign labelled-map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Oceans and Continents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Social Science  ·  Oceans and Continents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State the land/water proportions on Earth.</a:t>
            </a:r>
          </a:p>
          <a:p>
            <a:pPr/>
            <a:r>
              <a:rPr sz="2200"/>
              <a:t>Name the 7 continents in order of size.</a:t>
            </a:r>
          </a:p>
          <a:p>
            <a:pPr/>
            <a:r>
              <a:rPr sz="2200"/>
              <a:t>Name the 5 oceans.</a:t>
            </a:r>
          </a:p>
          <a:p>
            <a:pPr/>
            <a:r>
              <a:rPr sz="2200"/>
              <a:t>Match major features to continents.</a:t>
            </a:r>
          </a:p>
          <a:p>
            <a:pPr/>
            <a:r>
              <a:rPr sz="2200"/>
              <a:t>Locate India in the world.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 vs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About 71% of Earth = water.</a:t>
            </a:r>
          </a:p>
          <a:p>
            <a:pPr/>
            <a:r>
              <a:rPr sz="2200"/>
              <a:t>About 29% = land.</a:t>
            </a:r>
          </a:p>
          <a:p>
            <a:pPr/>
            <a:r>
              <a:rPr sz="2200"/>
              <a:t>From space, Earth looks blue.</a:t>
            </a:r>
          </a:p>
          <a:p>
            <a:pPr/>
            <a:r>
              <a:rPr sz="2200"/>
              <a:t>All five oceans are CONNECTED — one 'world ocean'.</a:t>
            </a:r>
          </a:p>
          <a:p>
            <a:pPr/>
            <a:r>
              <a:rPr sz="2200"/>
              <a:t>Continents are mostly separate landmasses.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seven continents — by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Asia (~30% of land — largest).</a:t>
            </a:r>
          </a:p>
          <a:p>
            <a:pPr/>
            <a:r>
              <a:rPr sz="2200"/>
              <a:t>2. Africa.</a:t>
            </a:r>
          </a:p>
          <a:p>
            <a:pPr/>
            <a:r>
              <a:rPr sz="2200"/>
              <a:t>3. North America.</a:t>
            </a:r>
          </a:p>
          <a:p>
            <a:pPr/>
            <a:r>
              <a:rPr sz="2200"/>
              <a:t>4. South America.</a:t>
            </a:r>
          </a:p>
          <a:p>
            <a:pPr/>
            <a:r>
              <a:rPr sz="2200"/>
              <a:t>5. Antarctica.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seven continents —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6. Europe.</a:t>
            </a:r>
          </a:p>
          <a:p>
            <a:pPr/>
            <a:r>
              <a:rPr sz="2200"/>
              <a:t>7. Australia (smallest).</a:t>
            </a:r>
          </a:p>
          <a:p>
            <a:pPr/>
            <a:r>
              <a:rPr sz="2200"/>
              <a:t>Memory order: A-A-N-S-A-E-A.</a:t>
            </a:r>
          </a:p>
          <a:p>
            <a:pPr/>
            <a:r>
              <a:rPr sz="2200"/>
              <a:t>Asia has 60% of world's population.</a:t>
            </a:r>
          </a:p>
          <a:p>
            <a:pPr/>
            <a:r>
              <a:rPr sz="2200"/>
              <a:t>Antarctica is COLDEST; Africa has the LARGEST hot desert.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features by continent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Asia → Himalayas (highest mountains).</a:t>
            </a:r>
          </a:p>
          <a:p>
            <a:pPr/>
            <a:r>
              <a:rPr sz="2200"/>
              <a:t>Africa → Sahara desert + Nile river.</a:t>
            </a:r>
          </a:p>
          <a:p>
            <a:pPr/>
            <a:r>
              <a:rPr sz="2200"/>
              <a:t>South America → Amazon rainforest + Andes mountains.</a:t>
            </a:r>
          </a:p>
          <a:p>
            <a:pPr/>
            <a:r>
              <a:rPr sz="2200"/>
              <a:t>North America → Rockies + Great Lakes.</a:t>
            </a:r>
          </a:p>
          <a:p>
            <a:pPr/>
            <a:r>
              <a:rPr sz="2200"/>
              <a:t>Australia → Great Barrier Reef + kangaroos.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five oceans — by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Pacific — largest, deepest. ~30% of Earth's surface.</a:t>
            </a:r>
          </a:p>
          <a:p>
            <a:pPr/>
            <a:r>
              <a:rPr sz="2200"/>
              <a:t>2. Atlantic — between Americas and Europe/Africa.</a:t>
            </a:r>
          </a:p>
          <a:p>
            <a:pPr/>
            <a:r>
              <a:rPr sz="2200"/>
              <a:t>3. Indian — south of Asia, west of Australia.</a:t>
            </a:r>
          </a:p>
          <a:p>
            <a:pPr/>
            <a:r>
              <a:rPr sz="2200"/>
              <a:t>4. Southern (Antarctic) — around Antarctica.</a:t>
            </a:r>
          </a:p>
          <a:p>
            <a:pPr/>
            <a:r>
              <a:rPr sz="2200"/>
              <a:t>5. Arctic — around the North Pole. Smallest.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oceans border each continent?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Africa → Atlantic (W) + Indian (E).</a:t>
            </a:r>
          </a:p>
          <a:p>
            <a:pPr/>
            <a:r>
              <a:rPr sz="2200"/>
              <a:t>Asia → Pacific (E) + Arctic (N) + Indian (S).</a:t>
            </a:r>
          </a:p>
          <a:p>
            <a:pPr/>
            <a:r>
              <a:rPr sz="2200"/>
              <a:t>Australia → Indian (W) + Pacific (E) + Southern (S).</a:t>
            </a:r>
          </a:p>
          <a:p>
            <a:pPr/>
            <a:r>
              <a:rPr sz="2200"/>
              <a:t>North America → Pacific (W) + Atlantic (E) + Arctic (N).</a:t>
            </a:r>
          </a:p>
          <a:p>
            <a:pPr/>
            <a:r>
              <a:rPr sz="2200"/>
              <a:t>South America → Pacific (W) + Atlantic (E).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 in the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Continent: ASIA (southern part).</a:t>
            </a:r>
          </a:p>
          <a:p>
            <a:pPr/>
            <a:r>
              <a:rPr sz="2200"/>
              <a:t>Indian Ocean to the south.</a:t>
            </a:r>
          </a:p>
          <a:p>
            <a:pPr/>
            <a:r>
              <a:rPr sz="2200"/>
              <a:t>Bay of Bengal east, Arabian Sea west.</a:t>
            </a:r>
          </a:p>
          <a:p>
            <a:pPr/>
            <a:r>
              <a:rPr sz="2200"/>
              <a:t>Tropic of Cancer through the middle of India.</a:t>
            </a:r>
          </a:p>
          <a:p>
            <a:pPr/>
            <a:r>
              <a:rPr sz="2200"/>
              <a:t>Most of India in the TORRID heat zone (hot).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India's neighbours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West: Pakistan.</a:t>
            </a:r>
          </a:p>
          <a:p>
            <a:pPr/>
            <a:r>
              <a:rPr sz="2200"/>
              <a:t>North: China, Nepal, Bhutan.</a:t>
            </a:r>
          </a:p>
          <a:p>
            <a:pPr/>
            <a:r>
              <a:rPr sz="2200"/>
              <a:t>East: Myanmar, Bangladesh.</a:t>
            </a:r>
          </a:p>
          <a:p>
            <a:pPr/>
            <a:r>
              <a:rPr sz="2200"/>
              <a:t>South (across sea): Sri Lanka, Maldives.</a:t>
            </a:r>
          </a:p>
          <a:p>
            <a:pPr/>
            <a:r>
              <a:rPr sz="2200"/>
              <a:t>Himalayas to the north — natural barrier.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Where are these features?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Sahara desert → Africa.</a:t>
            </a:r>
          </a:p>
          <a:p>
            <a:pPr/>
            <a:r>
              <a:rPr sz="2200"/>
              <a:t>Amazon rainforest → South America.</a:t>
            </a:r>
          </a:p>
          <a:p>
            <a:pPr/>
            <a:r>
              <a:rPr sz="2200"/>
              <a:t>Himalayas → Asia.</a:t>
            </a:r>
          </a:p>
          <a:p>
            <a:pPr/>
            <a:r>
              <a:rPr sz="2200"/>
              <a:t>Great Barrier Reef → Australia.</a:t>
            </a:r>
          </a:p>
          <a:p>
            <a:pPr/>
            <a:r>
              <a:rPr sz="2200"/>
              <a:t>South Pole → Antarctica.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Largest continent? Smallest?</a:t>
            </a:r>
          </a:p>
          <a:p>
            <a:pPr/>
            <a:r>
              <a:rPr sz="2200"/>
              <a:t>2. Largest ocean? Smallest?</a:t>
            </a:r>
          </a:p>
          <a:p>
            <a:pPr/>
            <a:r>
              <a:rPr sz="2200"/>
              <a:t>3. India is in which continent?</a:t>
            </a:r>
          </a:p>
          <a:p>
            <a:pPr/>
            <a:r>
              <a:rPr sz="2200"/>
              <a:t>4. Which continent has no permanent population?</a:t>
            </a:r>
          </a:p>
          <a:p>
            <a:pPr/>
            <a:r>
              <a:rPr sz="2200"/>
              <a:t>5. Order: Africa, Asia, Australia by size.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Continent of the Sahara?</a:t>
            </a:r>
          </a:p>
          <a:p>
            <a:pPr/>
            <a:r>
              <a:rPr sz="2200"/>
              <a:t>Q2. Ocean east of India?</a:t>
            </a:r>
          </a:p>
          <a:p>
            <a:pPr/>
            <a:r>
              <a:rPr sz="2200"/>
              <a:t>Q3. Continent with kangaroos?</a:t>
            </a:r>
          </a:p>
          <a:p>
            <a:pPr/>
            <a:r>
              <a:rPr sz="2200"/>
              <a:t>Q4. Continent with the South Pole?</a:t>
            </a:r>
          </a:p>
          <a:p>
            <a:pPr/>
            <a:r>
              <a:rPr sz="2200"/>
              <a:t>Show your answers on fingers.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World ocean — connected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All five oceans are linked.</a:t>
            </a:r>
          </a:p>
          <a:p>
            <a:pPr/>
            <a:r>
              <a:rPr sz="2200"/>
              <a:t>Ships can travel from one ocean to another.</a:t>
            </a:r>
          </a:p>
          <a:p>
            <a:pPr/>
            <a:r>
              <a:rPr sz="2200"/>
              <a:t>Currents flow between them.</a:t>
            </a:r>
          </a:p>
          <a:p>
            <a:pPr/>
            <a:r>
              <a:rPr sz="2200"/>
              <a:t>Together: 'world ocean'.</a:t>
            </a:r>
          </a:p>
          <a:p>
            <a:pPr/>
            <a:r>
              <a:rPr sz="2200"/>
              <a:t>Holds 97% of Earth's water.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7 continents: Asia, Africa, NA, SA, Antarctica, Europe, Australia.</a:t>
            </a:r>
          </a:p>
          <a:p>
            <a:pPr/>
            <a:r>
              <a:rPr sz="2200"/>
              <a:t>5 oceans: Pacific, Atlantic, Indian, Southern, Arctic.</a:t>
            </a:r>
          </a:p>
          <a:p>
            <a:pPr/>
            <a:r>
              <a:rPr sz="2200"/>
              <a:t>Asia is biggest; Pacific is biggest; Antarctica is coldest.</a:t>
            </a:r>
          </a:p>
          <a:p>
            <a:pPr/>
            <a:r>
              <a:rPr sz="2200"/>
              <a:t>India is in Asia, on the Indian Ocean.</a:t>
            </a:r>
          </a:p>
          <a:p>
            <a:pPr/>
            <a:r>
              <a:rPr sz="2200"/>
              <a:t>Tropic of Cancer through India → Torrid Zone.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