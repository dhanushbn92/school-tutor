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students. Today we move from polynomial expressions to EQUATIONS — first in one variable, then in two.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each objective; ask students which they feel least sure about.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Stress 'first power only' — that's what 'linear' means.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Multiplication / division by zero is forbidden — collapses information.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every step on the board; encourage students to call out the next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Demonstrate the move ×6 carefully — students often forget to apply it to the RHS too.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translate / verify steps are where most marks are dropped — emphasise.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Highlight that the smallest is x, not x − 2; consistency with the variable choice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line y = 2x + 1 and the points students plotted in Explore phase.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ratio test is the workhorse for the whole 2×2 part of the chapter.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a coefficient is 1, isolate that variable — substitution is fastest.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Elimination is the workhorse method when neither coefficient is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room. Watch for sign-flip errors and incomplete distribution.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Address the question with the most disagreement.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 out the worksheet and announce homework.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Linear Equations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Class 10  ·  Mathematics  ·  Linear Equations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 — What you'll be able to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Identify and solve linear equations in one variable.</a:t>
            </a:r>
          </a:p>
          <a:p>
            <a:pPr/>
            <a:r>
              <a:rPr sz="2200"/>
              <a:t>Translate word problems into linear equations.</a:t>
            </a:r>
          </a:p>
          <a:p>
            <a:pPr/>
            <a:r>
              <a:rPr sz="2200"/>
              <a:t>Recognise that a linear equation in 2 variables is a line.</a:t>
            </a:r>
          </a:p>
          <a:p>
            <a:pPr/>
            <a:r>
              <a:rPr sz="2200"/>
              <a:t>Classify a 2×2 system: unique / none / infinitely many.</a:t>
            </a:r>
          </a:p>
          <a:p>
            <a:pPr/>
            <a:r>
              <a:rPr sz="2200"/>
              <a:t>Solve a 2×2 system by substitution or elimination.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Linear equation — one variable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Standard form: ax + b = 0 with a ≠ 0.</a:t>
            </a:r>
          </a:p>
          <a:p>
            <a:pPr/>
            <a:r>
              <a:rPr sz="2200"/>
              <a:t>Variable to the FIRST power only.</a:t>
            </a:r>
          </a:p>
          <a:p>
            <a:pPr/>
            <a:r>
              <a:rPr sz="2200"/>
              <a:t>No products of variables; no division by a variable.</a:t>
            </a:r>
          </a:p>
          <a:p>
            <a:pPr/>
            <a:r>
              <a:rPr sz="2200"/>
              <a:t>Unique solution: x = −b/a.</a:t>
            </a:r>
          </a:p>
          <a:p>
            <a:pPr/>
            <a:r>
              <a:rPr sz="2200"/>
              <a:t>Examples: 3x − 6 = 0 ⇒ x = 2; 2x + 5 = 11 ⇒ x = 3.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Equality properties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Add the same number to both sides.</a:t>
            </a:r>
          </a:p>
          <a:p>
            <a:pPr/>
            <a:r>
              <a:rPr sz="2200"/>
              <a:t>Subtract the same number.</a:t>
            </a:r>
          </a:p>
          <a:p>
            <a:pPr/>
            <a:r>
              <a:rPr sz="2200"/>
              <a:t>Multiply both sides by the same NON-ZERO number.</a:t>
            </a:r>
          </a:p>
          <a:p>
            <a:pPr/>
            <a:r>
              <a:rPr sz="2200"/>
              <a:t>Divide both sides by the same NON-ZERO number.</a:t>
            </a:r>
          </a:p>
          <a:p>
            <a:pPr/>
            <a:r>
              <a:rPr sz="2200"/>
              <a:t>These four operations preserve the truth set.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— Worked example: solve 3(x − 2) + 4 = 2x + 1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Distribute: 3x − 6 + 4 = 2x + 1.</a:t>
            </a:r>
          </a:p>
          <a:p>
            <a:pPr/>
            <a:r>
              <a:rPr sz="2200"/>
              <a:t>Combine: 3x − 2 = 2x + 1.</a:t>
            </a:r>
          </a:p>
          <a:p>
            <a:pPr/>
            <a:r>
              <a:rPr sz="2200"/>
              <a:t>Move x terms left, constants right: x = 3.</a:t>
            </a:r>
          </a:p>
          <a:p>
            <a:pPr/>
            <a:r>
              <a:rPr sz="2200"/>
              <a:t>Verify: LHS = 7, RHS = 7 ✓.</a:t>
            </a:r>
          </a:p>
          <a:p>
            <a:pPr/>
            <a:r>
              <a:rPr sz="2200"/>
              <a:t>Always verify by substitution.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Equations with denominators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Step 1: multiply both sides by the LCM of the denominators.</a:t>
            </a:r>
          </a:p>
          <a:p>
            <a:pPr/>
            <a:r>
              <a:rPr sz="2200"/>
              <a:t>Step 2: distribute and simplify.</a:t>
            </a:r>
          </a:p>
          <a:p>
            <a:pPr/>
            <a:r>
              <a:rPr sz="2200"/>
              <a:t>Step 3: isolate x.</a:t>
            </a:r>
          </a:p>
          <a:p>
            <a:pPr/>
            <a:r>
              <a:rPr sz="2200"/>
              <a:t>Example: x/2 + (x + 1)/3 = 4 → 3x + 2(x + 1) = 24 → 5x = 22 → x = 22/5.</a:t>
            </a:r>
          </a:p>
          <a:p>
            <a:pPr/>
            <a:r>
              <a:rPr sz="2200"/>
              <a:t>The 'clear denominators first' move makes everything else integer arithmetic.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Word problems — one variable routine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Read; identify unknown; let it be x.</a:t>
            </a:r>
          </a:p>
          <a:p>
            <a:pPr/>
            <a:r>
              <a:rPr sz="2200"/>
              <a:t>Translate each sentence into algebra.</a:t>
            </a:r>
          </a:p>
          <a:p>
            <a:pPr/>
            <a:r>
              <a:rPr sz="2200"/>
              <a:t>Form ONE equation in x.</a:t>
            </a:r>
          </a:p>
          <a:p>
            <a:pPr/>
            <a:r>
              <a:rPr sz="2200"/>
              <a:t>Solve.</a:t>
            </a:r>
          </a:p>
          <a:p>
            <a:pPr/>
            <a:r>
              <a:rPr sz="2200"/>
              <a:t>Verify and translate back into the language of the problem.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— Word example: consecutive odd integers sum to 75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Let smallest = x; the three are x, x + 2, x + 4.</a:t>
            </a:r>
          </a:p>
          <a:p>
            <a:pPr/>
            <a:r>
              <a:rPr sz="2200"/>
              <a:t>x + (x + 2) + (x + 4) = 75.</a:t>
            </a:r>
          </a:p>
          <a:p>
            <a:pPr/>
            <a:r>
              <a:rPr sz="2200"/>
              <a:t>3x + 6 = 75 → x = 23.</a:t>
            </a:r>
          </a:p>
          <a:p>
            <a:pPr/>
            <a:r>
              <a:rPr sz="2200"/>
              <a:t>Integers: 23, 25, 27.</a:t>
            </a:r>
          </a:p>
          <a:p>
            <a:pPr/>
            <a:r>
              <a:rPr sz="2200"/>
              <a:t>Verify: 23 + 25 + 27 = 75 ✓.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Linear equation — two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Standard form: ax + by + c = 0 (a, b not both 0).</a:t>
            </a:r>
          </a:p>
          <a:p>
            <a:pPr/>
            <a:r>
              <a:rPr sz="2200"/>
              <a:t>Solution = ordered pair (x, y).</a:t>
            </a:r>
          </a:p>
          <a:p>
            <a:pPr/>
            <a:r>
              <a:rPr sz="2200"/>
              <a:t>Has INFINITELY MANY solutions.</a:t>
            </a:r>
          </a:p>
          <a:p>
            <a:pPr/>
            <a:r>
              <a:rPr sz="2200"/>
              <a:t>Geometric picture: a STRAIGHT LINE in the xy-plane.</a:t>
            </a:r>
          </a:p>
          <a:p>
            <a:pPr/>
            <a:r>
              <a:rPr sz="2200"/>
              <a:t>Plot any two solutions; join them with a line.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2×2 systems — three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Unique: a₁/a₂ ≠ b₁/b₂ — lines intersect once.</a:t>
            </a:r>
          </a:p>
          <a:p>
            <a:pPr/>
            <a:r>
              <a:rPr sz="2200"/>
              <a:t>Infinitely many: a₁/a₂ = b₁/b₂ = c₁/c₂ — same line.</a:t>
            </a:r>
          </a:p>
          <a:p>
            <a:pPr/>
            <a:r>
              <a:rPr sz="2200"/>
              <a:t>None: a₁/a₂ = b₁/b₂ ≠ c₁/c₂ — parallel lines.</a:t>
            </a:r>
          </a:p>
          <a:p>
            <a:pPr/>
            <a:r>
              <a:rPr sz="2200"/>
              <a:t>Apply the ratio test BEFORE solving.</a:t>
            </a:r>
          </a:p>
          <a:p>
            <a:pPr/>
            <a:r>
              <a:rPr sz="2200"/>
              <a:t>It tells you which case you are in.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— Substitution: x + y = 7, x − y =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From eq.1: y = 7 − x.</a:t>
            </a:r>
          </a:p>
          <a:p>
            <a:pPr/>
            <a:r>
              <a:rPr sz="2200"/>
              <a:t>Substitute into eq.2: x − (7 − x) = 1.</a:t>
            </a:r>
          </a:p>
          <a:p>
            <a:pPr/>
            <a:r>
              <a:rPr sz="2200"/>
              <a:t>2x − 7 = 1 → x = 4.</a:t>
            </a:r>
          </a:p>
          <a:p>
            <a:pPr/>
            <a:r>
              <a:rPr sz="2200"/>
              <a:t>y = 7 − 4 = 3.</a:t>
            </a:r>
          </a:p>
          <a:p>
            <a:pPr/>
            <a:r>
              <a:rPr sz="2200"/>
              <a:t>Solution: (4, 3).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— Elimination: 3x + 2y = 16, 5x + 2y = 22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Subtract eq.1 from eq.2: 2x = 6 → x = 3.</a:t>
            </a:r>
          </a:p>
          <a:p>
            <a:pPr/>
            <a:r>
              <a:rPr sz="2200"/>
              <a:t>Substitute back: 9 + 2y = 16 → 2y = 7 → y = 7/2.</a:t>
            </a:r>
          </a:p>
          <a:p>
            <a:pPr/>
            <a:r>
              <a:rPr sz="2200"/>
              <a:t>Solution: (3, 7/2).</a:t>
            </a:r>
          </a:p>
          <a:p>
            <a:pPr/>
            <a:r>
              <a:rPr sz="2200"/>
              <a:t>Subtraction WORKS because y-coefficients matched.</a:t>
            </a:r>
          </a:p>
          <a:p>
            <a:pPr/>
            <a:r>
              <a:rPr sz="2200"/>
              <a:t>If they don't, multiply equations to make them match.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 — You try (5 minutes)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1. Solve 4(x + 3) = 2(x − 4) + 22.</a:t>
            </a:r>
          </a:p>
          <a:p>
            <a:pPr/>
            <a:r>
              <a:rPr sz="2200"/>
              <a:t>2. Solve x/3 − x/5 = 2.</a:t>
            </a:r>
          </a:p>
          <a:p>
            <a:pPr/>
            <a:r>
              <a:rPr sz="2200"/>
              <a:t>3. Sum of two consecutive integers is 47. Find them.</a:t>
            </a:r>
          </a:p>
          <a:p>
            <a:pPr/>
            <a:r>
              <a:rPr sz="2200"/>
              <a:t>4. Solve by substitution: x = 3y, 2x + y = 14.</a:t>
            </a:r>
          </a:p>
          <a:p>
            <a:pPr/>
            <a:r>
              <a:rPr sz="2200"/>
              <a:t>5. Classify 2x + 3y = 7, 4x + 6y = 9 (use the ratio test).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check — Quick 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Q1. Standard form of a linear equation in one variable?</a:t>
            </a:r>
          </a:p>
          <a:p>
            <a:pPr/>
            <a:r>
              <a:rPr sz="2200"/>
              <a:t>Q2. How many solutions does ax + by + c = 0 have?</a:t>
            </a:r>
          </a:p>
          <a:p>
            <a:pPr/>
            <a:r>
              <a:rPr sz="2200"/>
              <a:t>Q3. If a₁/a₂ = b₁/b₂ ≠ c₁/c₂, how many solutions?</a:t>
            </a:r>
          </a:p>
          <a:p>
            <a:pPr/>
            <a:r>
              <a:rPr sz="2200"/>
              <a:t>Q4. Which method is best when a coefficient is 1?</a:t>
            </a:r>
          </a:p>
          <a:p>
            <a:pPr/>
            <a:r>
              <a:rPr sz="2200"/>
              <a:t>Show your answers on fingers.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—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Linear = first power; no products of variables; no division by a variable.</a:t>
            </a:r>
          </a:p>
          <a:p>
            <a:pPr/>
            <a:r>
              <a:rPr sz="2200"/>
              <a:t>ax + b = 0 has unique solution x = −b/a.</a:t>
            </a:r>
          </a:p>
          <a:p>
            <a:pPr/>
            <a:r>
              <a:rPr sz="2200"/>
              <a:t>5-step plan: clear denominators, distribute, isolate, divide, verify.</a:t>
            </a:r>
          </a:p>
          <a:p>
            <a:pPr/>
            <a:r>
              <a:rPr sz="2200"/>
              <a:t>ax + by + c = 0 → infinitely many solutions; geometrically a line.</a:t>
            </a:r>
          </a:p>
          <a:p>
            <a:pPr/>
            <a:r>
              <a:rPr sz="2200"/>
              <a:t>2×2 systems: ratio test → unique / none / infinitely many.</a:t>
            </a:r>
          </a:p>
          <a:p>
            <a:pPr/>
            <a:r>
              <a:rPr sz="2200"/>
              <a:t>Solve by substitution, elimination or cross-multiplication — pick the easiest fit.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