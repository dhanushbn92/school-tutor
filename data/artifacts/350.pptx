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a quick ball throw to plant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to the opening demo: 30° vs 60° give same range, different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with the whirled string; ask 'where does it go if I let go?'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recipe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Motion in a Plane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12  ·  NIOS Senior Secondary Physics  ·  Chapter 4: Motion in a Plane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Projectile motion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Constant horizontal velocity</a:t>
            </a:r>
          </a:p>
          <a:p>
            <a:pPr/>
            <a:r>
              <a:rPr sz="2200"/>
              <a:t>Constant vertical acceleration g downward</a:t>
            </a:r>
          </a:p>
          <a:p>
            <a:pPr/>
            <a:r>
              <a:rPr sz="2200"/>
              <a:t>Parabolic trajectory</a:t>
            </a:r>
          </a:p>
          <a:p>
            <a:pPr/>
            <a:r>
              <a:rPr sz="2200"/>
              <a:t>R max at θ = 45°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Uniform circular motion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Constant speed; direction of velocity changes continuously</a:t>
            </a:r>
          </a:p>
          <a:p>
            <a:pPr/>
            <a:r>
              <a:rPr sz="2200"/>
              <a:t>Centripetal acceleration a_c = v²/r toward centre</a:t>
            </a:r>
          </a:p>
          <a:p>
            <a:pPr/>
            <a:r>
              <a:rPr sz="2200"/>
              <a:t>F_c = m v²/r is the NET inward force — not a new kind of force</a:t>
            </a:r>
          </a:p>
          <a:p>
            <a:pPr/>
            <a:r>
              <a:rPr sz="2200"/>
              <a:t>Source: tension / friction / gravity / normal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Resolve 2D into two 1D problems linked by time.</a:t>
            </a:r>
          </a:p>
          <a:p>
            <a:pPr/>
            <a:r>
              <a:rPr sz="2200"/>
              <a:t>Projectile = parabola; UCM is accelerated motion.</a:t>
            </a:r>
          </a:p>
          <a:p>
            <a:pPr/>
            <a:r>
              <a:rPr sz="2200"/>
              <a:t>Method: choose frame → decompose → recompose.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