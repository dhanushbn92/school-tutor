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Stories that teach us are called fables; this one is short, simple and powerful.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each; ask which is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fable from fairy tale or fantasy.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with feeling; pause at the king's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predict which offering will win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words 'because it is NOW' — that is the moral.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sure students articulate the moral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each word in a sentence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board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regular vs irregular.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students through each part-of-speech.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worksheet; announce homework on a 'precious moment' from one's own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Bottle of Dew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English  ·  A Bottle of Dew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Retell the story in your own words.</a:t>
            </a:r>
          </a:p>
          <a:p>
            <a:pPr/>
            <a:r>
              <a:rPr sz="2200"/>
              <a:t>Identify characters, plot and moral.</a:t>
            </a:r>
          </a:p>
          <a:p>
            <a:pPr/>
            <a:r>
              <a:rPr sz="2200"/>
              <a:t>Use new vocabulary correctly.</a:t>
            </a:r>
          </a:p>
          <a:p>
            <a:pPr/>
            <a:r>
              <a:rPr sz="2200"/>
              <a:t>Spot common nouns, proper nouns, adjectives.</a:t>
            </a:r>
          </a:p>
          <a:p>
            <a:pPr/>
            <a:r>
              <a:rPr sz="2200"/>
              <a:t>Use the past tense in narrative.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short story with a hidden lesson — the MORAL.</a:t>
            </a:r>
          </a:p>
          <a:p>
            <a:pPr/>
            <a:r>
              <a:rPr sz="2200"/>
              <a:t>Often features simple characters or animals.</a:t>
            </a:r>
          </a:p>
          <a:p>
            <a:pPr/>
            <a:r>
              <a:rPr sz="2200"/>
              <a:t>Comes from oral storytelling tradition.</a:t>
            </a:r>
          </a:p>
          <a:p>
            <a:pPr/>
            <a:r>
              <a:rPr sz="2200"/>
              <a:t>The moral is the BIG idea you take away.</a:t>
            </a:r>
          </a:p>
          <a:p>
            <a:pPr/>
            <a:r>
              <a:rPr sz="2200"/>
              <a:t>'A Bottle of Dew' is a fable in the spirit of folk tales.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wise old king gathers his people in the courtyard.</a:t>
            </a:r>
          </a:p>
          <a:p>
            <a:pPr/>
            <a:r>
              <a:rPr sz="2200"/>
              <a:t>He holds up an empty crystal bottle.</a:t>
            </a:r>
          </a:p>
          <a:p>
            <a:pPr/>
            <a:r>
              <a:rPr sz="2200"/>
              <a:t>'Bring me the most precious thing in the world to fill it.'</a:t>
            </a:r>
          </a:p>
          <a:p>
            <a:pPr/>
            <a:r>
              <a:rPr sz="2200"/>
              <a:t>The next morning, four villagers come — three adults and a child.</a:t>
            </a:r>
          </a:p>
          <a:p>
            <a:pPr/>
            <a:r>
              <a:rPr sz="2200"/>
              <a:t>Each brings something different.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offerings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Goldsmith: a tiny bag of GOLD DUST.</a:t>
            </a:r>
          </a:p>
          <a:p>
            <a:pPr/>
            <a:r>
              <a:rPr sz="2200"/>
              <a:t>Poet: a few WORDS written on paper.</a:t>
            </a:r>
          </a:p>
          <a:p>
            <a:pPr/>
            <a:r>
              <a:rPr sz="2200"/>
              <a:t>Farmer: a single GRAIN OF RICE.</a:t>
            </a:r>
          </a:p>
          <a:p>
            <a:pPr/>
            <a:r>
              <a:rPr sz="2200"/>
              <a:t>Child: a leaf with a DROP OF DEW.</a:t>
            </a:r>
          </a:p>
          <a:p>
            <a:pPr/>
            <a:r>
              <a:rPr sz="2200"/>
              <a:t>Each reflects what that person values most.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The child's wisdom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'Look, your majesty,' said the child.</a:t>
            </a:r>
          </a:p>
          <a:p>
            <a:pPr/>
            <a:r>
              <a:rPr sz="2200"/>
              <a:t>'It came from the morning. It came from nowhere.'</a:t>
            </a:r>
          </a:p>
          <a:p>
            <a:pPr/>
            <a:r>
              <a:rPr sz="2200"/>
              <a:t>'It will be gone in a moment.'</a:t>
            </a:r>
          </a:p>
          <a:p>
            <a:pPr/>
            <a:r>
              <a:rPr sz="2200"/>
              <a:t>'But while it is here, it is the most precious thing of all — because it is now.'</a:t>
            </a:r>
          </a:p>
          <a:p>
            <a:pPr/>
            <a:r>
              <a:rPr sz="2200"/>
              <a:t>The king smiles.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Gold can be saved.</a:t>
            </a:r>
          </a:p>
          <a:p>
            <a:pPr/>
            <a:r>
              <a:rPr sz="2200"/>
              <a:t>Words can be remembered.</a:t>
            </a:r>
          </a:p>
          <a:p>
            <a:pPr/>
            <a:r>
              <a:rPr sz="2200"/>
              <a:t>Rice can be stored.</a:t>
            </a:r>
          </a:p>
          <a:p>
            <a:pPr/>
            <a:r>
              <a:rPr sz="2200"/>
              <a:t>But a moment cannot be brought back.</a:t>
            </a:r>
          </a:p>
          <a:p>
            <a:pPr/>
            <a:r>
              <a:rPr sz="2200"/>
              <a:t>The PRESENT MOMENT is the most precious thing of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 you should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precious — valuable; not common.</a:t>
            </a:r>
          </a:p>
          <a:p>
            <a:pPr/>
            <a:r>
              <a:rPr sz="2200"/>
              <a:t>thankful — grateful.</a:t>
            </a:r>
          </a:p>
          <a:p>
            <a:pPr/>
            <a:r>
              <a:rPr sz="2200"/>
              <a:t>delicately — gently, carefully.</a:t>
            </a:r>
          </a:p>
          <a:p>
            <a:pPr/>
            <a:r>
              <a:rPr sz="2200"/>
              <a:t>courtyard — open space inside / beside a building.</a:t>
            </a:r>
          </a:p>
          <a:p>
            <a:pPr/>
            <a:r>
              <a:rPr sz="2200"/>
              <a:t>dew — early-morning water drops on leaves.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Language: nouns and adjectives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COMMON noun: names a class — king, child, leaf.</a:t>
            </a:r>
          </a:p>
          <a:p>
            <a:pPr/>
            <a:r>
              <a:rPr sz="2200"/>
              <a:t>PROPER noun: names a particular thing; capital letter — Aesop, Mumbai.</a:t>
            </a:r>
          </a:p>
          <a:p>
            <a:pPr/>
            <a:r>
              <a:rPr sz="2200"/>
              <a:t>ADJECTIVE: describes a noun — wise, crystal, small.</a:t>
            </a:r>
          </a:p>
          <a:p>
            <a:pPr/>
            <a:r>
              <a:rPr sz="2200"/>
              <a:t>Example: 'a SMALL child held a BRIGHT leaf.'</a:t>
            </a:r>
          </a:p>
          <a:p>
            <a:pPr/>
            <a:r>
              <a:rPr sz="2200"/>
              <a:t>Find the adjectives → small, bright.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Language: past tense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Stories are usually told in the past tense.</a:t>
            </a:r>
          </a:p>
          <a:p>
            <a:pPr/>
            <a:r>
              <a:rPr sz="2200"/>
              <a:t>Regular verbs add -ed: walk → walked; smile → smiled.</a:t>
            </a:r>
          </a:p>
          <a:p>
            <a:pPr/>
            <a:r>
              <a:rPr sz="2200"/>
              <a:t>Irregular verbs change form: bring → brought; see → saw; keep → kept.</a:t>
            </a:r>
          </a:p>
          <a:p>
            <a:pPr/>
            <a:r>
              <a:rPr sz="2200"/>
              <a:t>From the story: gathered, brought, smiled, held, kept.</a:t>
            </a:r>
          </a:p>
          <a:p>
            <a:pPr/>
            <a:r>
              <a:rPr sz="2200"/>
              <a:t>Practice: convert 'I see the king' to past — 'I SAW the king'.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Practising language: pick out the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'A small child held a bright green leaf delicately.'</a:t>
            </a:r>
          </a:p>
          <a:p>
            <a:pPr/>
            <a:r>
              <a:rPr sz="2200"/>
              <a:t>Adjectives: small, bright, green.</a:t>
            </a:r>
          </a:p>
          <a:p>
            <a:pPr/>
            <a:r>
              <a:rPr sz="2200"/>
              <a:t>Verb (past tense): held.</a:t>
            </a:r>
          </a:p>
          <a:p>
            <a:pPr/>
            <a:r>
              <a:rPr sz="2200"/>
              <a:t>Common noun: child, leaf.</a:t>
            </a:r>
          </a:p>
          <a:p>
            <a:pPr/>
            <a:r>
              <a:rPr sz="2200"/>
              <a:t>Adverb (extra): delicately.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What did the goldsmith bring? Why?</a:t>
            </a:r>
          </a:p>
          <a:p>
            <a:pPr/>
            <a:r>
              <a:rPr sz="2200"/>
              <a:t>2. Use 'precious' in your own sentence.</a:t>
            </a:r>
          </a:p>
          <a:p>
            <a:pPr/>
            <a:r>
              <a:rPr sz="2200"/>
              <a:t>3. Convert 'I bring a flower' to past tense.</a:t>
            </a:r>
          </a:p>
          <a:p>
            <a:pPr/>
            <a:r>
              <a:rPr sz="2200"/>
              <a:t>4. Pick out one common noun and one adjective from: 'The wise king sat on a golden throne.'</a:t>
            </a:r>
          </a:p>
          <a:p>
            <a:pPr/>
            <a:r>
              <a:rPr sz="2200"/>
              <a:t>5. State the moral in your own words.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Who brings the dew?</a:t>
            </a:r>
          </a:p>
          <a:p>
            <a:pPr/>
            <a:r>
              <a:rPr sz="2200"/>
              <a:t>Q2. Past tense of 'see'?</a:t>
            </a:r>
          </a:p>
          <a:p>
            <a:pPr/>
            <a:r>
              <a:rPr sz="2200"/>
              <a:t>Q3. Synonym of precious?</a:t>
            </a:r>
          </a:p>
          <a:p>
            <a:pPr/>
            <a:r>
              <a:rPr sz="2200"/>
              <a:t>Q4. Common or proper: 'child'?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fable carries a moral inside a story.</a:t>
            </a:r>
          </a:p>
          <a:p>
            <a:pPr/>
            <a:r>
              <a:rPr sz="2200"/>
              <a:t>Four characters bring four offerings; the child's wisdom wins.</a:t>
            </a:r>
          </a:p>
          <a:p>
            <a:pPr/>
            <a:r>
              <a:rPr sz="2200"/>
              <a:t>Moral: the PRESENT moment is most precious.</a:t>
            </a:r>
          </a:p>
          <a:p>
            <a:pPr/>
            <a:r>
              <a:rPr sz="2200"/>
              <a:t>Vocabulary: precious, thankful, delicately, courtyard, dew.</a:t>
            </a:r>
          </a:p>
          <a:p>
            <a:pPr/>
            <a:r>
              <a:rPr sz="2200"/>
              <a:t>Common vs proper nouns; adjectives; past-tense verbs.</a:t>
            </a:r>
          </a:p>
          <a:p>
            <a:pPr/>
            <a:r>
              <a:rPr sz="2200"/>
              <a:t>Apply the moral to your own life — that is what fables are for.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