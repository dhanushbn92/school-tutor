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closely at the world around you — you'll find more life than you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+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three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+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what 'good'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habitats.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Time-of-day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 tools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Cross-check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Biodiversity Register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Vocational Education  ·  Biodiversity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Define biodiversity and its three levels.</a:t>
            </a:r>
          </a:p>
          <a:p>
            <a:pPr/>
            <a:r>
              <a:rPr sz="2200"/>
              <a:t>Describe a register entry's structure.</a:t>
            </a:r>
          </a:p>
          <a:p>
            <a:pPr/>
            <a:r>
              <a:rPr sz="2200"/>
              <a:t>Identify common habitats + their inhabitants.</a:t>
            </a:r>
          </a:p>
          <a:p>
            <a:pPr/>
            <a:r>
              <a:rPr sz="2200"/>
              <a:t>Apply field-observation principles.</a:t>
            </a:r>
          </a:p>
          <a:p>
            <a:pPr/>
            <a:r>
              <a:rPr sz="2200"/>
              <a:t>Use multiple sources of information.</a:t>
            </a:r>
          </a:p>
          <a:p>
            <a:pPr/>
            <a:r>
              <a:rPr sz="2200"/>
              <a:t>Plan a 4-week project + share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biodiversity?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Bio (life) + diversity (variety).</a:t>
            </a:r>
          </a:p>
          <a:p>
            <a:pPr/>
            <a:r>
              <a:rPr sz="2200"/>
              <a:t>The variety of life on Earth.</a:t>
            </a:r>
          </a:p>
          <a:p>
            <a:pPr/>
            <a:r>
              <a:rPr sz="2200"/>
              <a:t>Three levels: SPECIES / GENETIC / ECOSYSTEM.</a:t>
            </a:r>
          </a:p>
          <a:p>
            <a:pPr/>
            <a:r>
              <a:rPr sz="2200"/>
              <a:t>India is one of the most biodiverse countries.</a:t>
            </a:r>
          </a:p>
          <a:p>
            <a:pPr/>
            <a:r>
              <a:rPr sz="2200"/>
              <a:t>~1 lakh known species in 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levels of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SPECIES — different KINDS (mango vs neem).</a:t>
            </a:r>
          </a:p>
          <a:p>
            <a:pPr/>
            <a:r>
              <a:rPr sz="2200"/>
              <a:t>GENETIC — different VARIETIES within a species (basmati vs sona masoori rice).</a:t>
            </a:r>
          </a:p>
          <a:p>
            <a:pPr/>
            <a:r>
              <a:rPr sz="2200"/>
              <a:t>ECOSYSTEM — different KINDS OF PLACES (forest, river, desert).</a:t>
            </a:r>
          </a:p>
          <a:p>
            <a:pPr/>
            <a:r>
              <a:rPr sz="2200"/>
              <a:t>Loss at any level reduces overall biodiversity.</a:t>
            </a:r>
          </a:p>
          <a:p>
            <a:pPr/>
            <a:r>
              <a:rPr sz="2200"/>
              <a:t>Each level is studied differently.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biodiversity register?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careful record of living things in a chosen area.</a:t>
            </a:r>
          </a:p>
          <a:p>
            <a:pPr/>
            <a:r>
              <a:rPr sz="2200"/>
              <a:t>Made by people who live or visit there.</a:t>
            </a:r>
          </a:p>
          <a:p>
            <a:pPr/>
            <a:r>
              <a:rPr sz="2200"/>
              <a:t>School register — campus + small radius.</a:t>
            </a:r>
          </a:p>
          <a:p>
            <a:pPr/>
            <a:r>
              <a:rPr sz="2200"/>
              <a:t>Each entry: place, habitat, living thing, date, time, source.</a:t>
            </a:r>
          </a:p>
          <a:p>
            <a:pPr/>
            <a:r>
              <a:rPr sz="2200"/>
              <a:t>People's Biodiversity Register — kept by panchayat BMCs.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A sample register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Place — beside basketball court (under peepal tree).</a:t>
            </a:r>
          </a:p>
          <a:p>
            <a:pPr/>
            <a:r>
              <a:rPr sz="2200"/>
              <a:t>Habitat — shaded ground with fallen leaves.</a:t>
            </a:r>
          </a:p>
          <a:p>
            <a:pPr/>
            <a:r>
              <a:rPr sz="2200"/>
              <a:t>Living thing — small grey-brown bird with white cheeks.</a:t>
            </a:r>
          </a:p>
          <a:p>
            <a:pPr/>
            <a:r>
              <a:rPr sz="2200"/>
              <a:t>Possibly: house sparrow (Passer domesticus).</a:t>
            </a:r>
          </a:p>
          <a:p>
            <a:pPr/>
            <a:r>
              <a:rPr sz="2200"/>
              <a:t>Source: my observation, 14 Aug 2026, 7 a.m.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look — habitats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Trees and bushes — birds, lichens, insects.</a:t>
            </a:r>
          </a:p>
          <a:p>
            <a:pPr/>
            <a:r>
              <a:rPr sz="2200"/>
              <a:t>Ground — ants, beetles, frogs after rain.</a:t>
            </a:r>
          </a:p>
          <a:p>
            <a:pPr/>
            <a:r>
              <a:rPr sz="2200"/>
              <a:t>Soil — earthworms, microbes.</a:t>
            </a:r>
          </a:p>
          <a:p>
            <a:pPr/>
            <a:r>
              <a:rPr sz="2200"/>
              <a:t>Walls and stones — gecko, spider, moss.</a:t>
            </a:r>
          </a:p>
          <a:p>
            <a:pPr/>
            <a:r>
              <a:rPr sz="2200"/>
              <a:t>Water — tadpoles, algae; Air — butterflies, bees.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Early morning — birds active.</a:t>
            </a:r>
          </a:p>
          <a:p>
            <a:pPr/>
            <a:r>
              <a:rPr sz="2200"/>
              <a:t>Mid-morning to noon — many insects.</a:t>
            </a:r>
          </a:p>
          <a:p>
            <a:pPr/>
            <a:r>
              <a:rPr sz="2200"/>
              <a:t>Late afternoon — some mammals come out.</a:t>
            </a:r>
          </a:p>
          <a:p>
            <a:pPr/>
            <a:r>
              <a:rPr sz="2200"/>
              <a:t>After rain — snails, earthworms, frogs.</a:t>
            </a:r>
          </a:p>
          <a:p>
            <a:pPr/>
            <a:r>
              <a:rPr sz="2200"/>
              <a:t>Visit each habitat at MULTIPLE times of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observe — golden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Stay still and quiet for 2–3 minutes.</a:t>
            </a:r>
          </a:p>
          <a:p>
            <a:pPr/>
            <a:r>
              <a:rPr sz="2200"/>
              <a:t>Sketch + describe colour, size, behaviour.</a:t>
            </a:r>
          </a:p>
          <a:p>
            <a:pPr/>
            <a:r>
              <a:rPr sz="2200"/>
              <a:t>Record place, time and weather.</a:t>
            </a:r>
          </a:p>
          <a:p>
            <a:pPr/>
            <a:r>
              <a:rPr sz="2200"/>
              <a:t>Honest uncertainty: 'possibly X'.</a:t>
            </a:r>
          </a:p>
          <a:p>
            <a:pPr/>
            <a:r>
              <a:rPr sz="2200"/>
              <a:t>NEVER catch or hurt living things.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for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Small notebook + pencil (works in rain).</a:t>
            </a:r>
          </a:p>
          <a:p>
            <a:pPr/>
            <a:r>
              <a:rPr sz="2200"/>
              <a:t>Magnifying glass for tiny insects/lichens.</a:t>
            </a:r>
          </a:p>
          <a:p>
            <a:pPr/>
            <a:r>
              <a:rPr sz="2200"/>
              <a:t>Measuring tape for sizes.</a:t>
            </a:r>
          </a:p>
          <a:p>
            <a:pPr/>
            <a:r>
              <a:rPr sz="2200"/>
              <a:t>Simple field guide of the region.</a:t>
            </a:r>
          </a:p>
          <a:p>
            <a:pPr/>
            <a:r>
              <a:rPr sz="2200"/>
              <a:t>Camera or phone (with permission).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Local people — farmers, elders, gardeners.</a:t>
            </a:r>
          </a:p>
          <a:p>
            <a:pPr/>
            <a:r>
              <a:rPr sz="2200"/>
              <a:t>Field guides + library books.</a:t>
            </a:r>
          </a:p>
          <a:p>
            <a:pPr/>
            <a:r>
              <a:rPr sz="2200"/>
              <a:t>Reliable websites — iNaturalist, India Biodiversity Portal.</a:t>
            </a:r>
          </a:p>
          <a:p>
            <a:pPr/>
            <a:r>
              <a:rPr sz="2200"/>
              <a:t>School atlases + NCERT science textbooks.</a:t>
            </a:r>
          </a:p>
          <a:p>
            <a:pPr/>
            <a:r>
              <a:rPr sz="2200"/>
              <a:t>Always RECORD your 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biodiversity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Bees pollinate brinjal and tomato.</a:t>
            </a:r>
          </a:p>
          <a:p>
            <a:pPr/>
            <a:r>
              <a:rPr sz="2200"/>
              <a:t>Birds eat insects that would damage crops.</a:t>
            </a:r>
          </a:p>
          <a:p>
            <a:pPr/>
            <a:r>
              <a:rPr sz="2200"/>
              <a:t>Earthworms make soil fertile.</a:t>
            </a:r>
          </a:p>
          <a:p>
            <a:pPr/>
            <a:r>
              <a:rPr sz="2200"/>
              <a:t>Trees cool the playground in summer.</a:t>
            </a:r>
          </a:p>
          <a:p>
            <a:pPr/>
            <a:r>
              <a:rPr sz="2200"/>
              <a:t>All these are FREE ecosystem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Sharing your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POSTER — sketch + photos + notes.</a:t>
            </a:r>
          </a:p>
          <a:p>
            <a:pPr/>
            <a:r>
              <a:rPr sz="2200"/>
              <a:t>A SLIDE DECK — one slide per habitat.</a:t>
            </a:r>
          </a:p>
          <a:p>
            <a:pPr/>
            <a:r>
              <a:rPr sz="2200"/>
              <a:t>A SHORT TALK — three favourites, one minute each.</a:t>
            </a:r>
          </a:p>
          <a:p>
            <a:pPr/>
            <a:r>
              <a:rPr sz="2200"/>
              <a:t>A HANDOUT — one-page list with pictures.</a:t>
            </a:r>
          </a:p>
          <a:p>
            <a:pPr/>
            <a:r>
              <a:rPr sz="2200"/>
              <a:t>Raise NEW questions for the school.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Define biodiversity in one sentence.</a:t>
            </a:r>
          </a:p>
          <a:p>
            <a:pPr/>
            <a:r>
              <a:rPr sz="2200"/>
              <a:t>2. Name the three levels.</a:t>
            </a:r>
          </a:p>
          <a:p>
            <a:pPr/>
            <a:r>
              <a:rPr sz="2200"/>
              <a:t>3. List 3 habitats around your school.</a:t>
            </a:r>
          </a:p>
          <a:p>
            <a:pPr/>
            <a:r>
              <a:rPr sz="2200"/>
              <a:t>4. Write one register entry for a sparrow.</a:t>
            </a:r>
          </a:p>
          <a:p>
            <a:pPr/>
            <a:r>
              <a:rPr sz="2200"/>
              <a:t>5. Name 2 sources you would use to identify a tree.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SPECIES vs GENETIC diversity?</a:t>
            </a:r>
          </a:p>
          <a:p>
            <a:pPr/>
            <a:r>
              <a:rPr sz="2200"/>
              <a:t>Q2. Best time to observe birds?</a:t>
            </a:r>
          </a:p>
          <a:p>
            <a:pPr/>
            <a:r>
              <a:rPr sz="2200"/>
              <a:t>Q3. Pencil or pen in the field?</a:t>
            </a:r>
          </a:p>
          <a:p>
            <a:pPr/>
            <a:r>
              <a:rPr sz="2200"/>
              <a:t>Q4. Honest uncertainty — what does it mean?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Biodiversity = variety of life at species, genetic, ecosystem levels.</a:t>
            </a:r>
          </a:p>
          <a:p>
            <a:pPr/>
            <a:r>
              <a:rPr sz="2200"/>
              <a:t>A register records what lives where, when and how — with a source.</a:t>
            </a:r>
          </a:p>
          <a:p>
            <a:pPr/>
            <a:r>
              <a:rPr sz="2200"/>
              <a:t>Visit many habitats at different times.</a:t>
            </a:r>
          </a:p>
          <a:p>
            <a:pPr/>
            <a:r>
              <a:rPr sz="2200"/>
              <a:t>Observe quietly; never catch or hurt; be honest about uncertainty.</a:t>
            </a:r>
          </a:p>
          <a:p>
            <a:pPr/>
            <a:r>
              <a:rPr sz="2200"/>
              <a:t>Use local people, field guides and reliable websites.</a:t>
            </a:r>
          </a:p>
          <a:p>
            <a:pPr/>
            <a:r>
              <a:rPr sz="2200"/>
              <a:t>Share via poster, slides or short talk; raise new questions.</a:t>
            </a:r>
          </a:p>
          <a:p>
            <a:pPr/>
            <a:r>
              <a:rPr sz="2200"/>
              <a:t>Recording biodiversity is itself a small act of conservation.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