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देशभक्ति की एक प्रसिद्ध कविता।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उद्देश्य पढ़ें।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कवि की संक्षिप्त जानकारी।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मानचित्र पर दिखाएँ।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कुछ वीर / संत के नाम बताएँ।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अंतिम पंक्तियाँ।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हर शब्द का प्रयोग वाक्य में।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बोर्ड पर तालिका बनाएँ।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हर समूह से दो उदाहरण।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पंक्ति-दर-पंक्ति विश्लेषण।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घूमकर देखें।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सबसे ज़्यादा गलती वाला प्रश्न समझाएँ।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कार्यपत्रक बाँटें; गृहकार्य बताएँ।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मातृभूमि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6  ·  Hindi  ·  मातृभूमि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इस पाठ से क्या सीखेंगे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कविता और कवि का परिचय।</a:t>
            </a:r>
          </a:p>
          <a:p>
            <a:pPr/>
            <a:r>
              <a:rPr sz="2200"/>
              <a:t>कविता का भावार्थ।</a:t>
            </a:r>
          </a:p>
          <a:p>
            <a:pPr/>
            <a:r>
              <a:rPr sz="2200"/>
              <a:t>मुख्य शब्दार्थ।</a:t>
            </a:r>
          </a:p>
          <a:p>
            <a:pPr/>
            <a:r>
              <a:rPr sz="2200"/>
              <a:t>संज्ञा / विशेषण / क्रिया का अभ्यास।</a:t>
            </a:r>
          </a:p>
          <a:p>
            <a:pPr/>
            <a:r>
              <a:rPr sz="2200"/>
              <a:t>देशसेवा पर अपने विचार।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कवि — सोहनलाल द्विवेदी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हिन्दी के प्रसिद्ध कवि।</a:t>
            </a:r>
          </a:p>
          <a:p>
            <a:pPr/>
            <a:r>
              <a:rPr sz="2200"/>
              <a:t>देशभक्ति और बाल-साहित्य के लिए जाने जाते हैं।</a:t>
            </a:r>
          </a:p>
          <a:p>
            <a:pPr/>
            <a:r>
              <a:rPr sz="2200"/>
              <a:t>इस कविता में मातृभूमि के प्रति अगाध प्रेम।</a:t>
            </a:r>
          </a:p>
          <a:p>
            <a:pPr/>
            <a:r>
              <a:rPr sz="2200"/>
              <a:t>सरल, गेय भाषा।</a:t>
            </a:r>
          </a:p>
          <a:p>
            <a:pPr/>
            <a:r>
              <a:rPr sz="2200"/>
              <a:t>बच्चों के मन में देशप्रेम जगाना उद्देश्य।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कविता का प्राकृतिक चित्र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उत्तर में ऊँचा हिमालय।</a:t>
            </a:r>
          </a:p>
          <a:p>
            <a:pPr/>
            <a:r>
              <a:rPr sz="2200"/>
              <a:t>वह आकाश को छूता हुआ-सा।</a:t>
            </a:r>
          </a:p>
          <a:p>
            <a:pPr/>
            <a:r>
              <a:rPr sz="2200"/>
              <a:t>दक्षिण में नीला सिंधु लहराता।</a:t>
            </a:r>
          </a:p>
          <a:p>
            <a:pPr/>
            <a:r>
              <a:rPr sz="2200"/>
              <a:t>गंगा, यमुना, त्रिवेणी की पवित्र नदियाँ।</a:t>
            </a:r>
          </a:p>
          <a:p>
            <a:pPr/>
            <a:r>
              <a:rPr sz="2200"/>
              <a:t>यह सब हमारे भारत में।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वीरों और संतों की भूमि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जिन वीरों ने मातृभूमि के लिए प्राण न्यौछावर किए।</a:t>
            </a:r>
          </a:p>
          <a:p>
            <a:pPr/>
            <a:r>
              <a:rPr sz="2200"/>
              <a:t>उनकी कीर्ति-गाथा हम गाएँ।</a:t>
            </a:r>
          </a:p>
          <a:p>
            <a:pPr/>
            <a:r>
              <a:rPr sz="2200"/>
              <a:t>यह वीरों + संतों की भूमि है।</a:t>
            </a:r>
          </a:p>
          <a:p>
            <a:pPr/>
            <a:r>
              <a:rPr sz="2200"/>
              <a:t>इसकी मिट्टी से हमें जीवन मिला।</a:t>
            </a:r>
          </a:p>
          <a:p>
            <a:pPr/>
            <a:r>
              <a:rPr sz="2200"/>
              <a:t>इसलिए मातृभूमि सबसे प्रिय।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कवि का संकल्प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हे मातृभूमि! मैं तुझे प्रणाम करता हूँ।</a:t>
            </a:r>
          </a:p>
          <a:p>
            <a:pPr/>
            <a:r>
              <a:rPr sz="2200"/>
              <a:t>तेरे चरणों में सिर झुकाता हूँ।</a:t>
            </a:r>
          </a:p>
          <a:p>
            <a:pPr/>
            <a:r>
              <a:rPr sz="2200"/>
              <a:t>तेरे लिए जीना है, तेरे लिए मरना है।</a:t>
            </a:r>
          </a:p>
          <a:p>
            <a:pPr/>
            <a:r>
              <a:rPr sz="2200"/>
              <a:t>तेरी सेवा ही मेरा सच्चा सपना।</a:t>
            </a:r>
          </a:p>
          <a:p>
            <a:pPr/>
            <a:r>
              <a:rPr sz="2200"/>
              <a:t>यही कविता का मुख्य भाव।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मुख्य शब्दार्थ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सिंधु = समुद्र।</a:t>
            </a:r>
          </a:p>
          <a:p>
            <a:pPr/>
            <a:r>
              <a:rPr sz="2200"/>
              <a:t>त्रिवेणी = तीन नदियों का संगम।</a:t>
            </a:r>
          </a:p>
          <a:p>
            <a:pPr/>
            <a:r>
              <a:rPr sz="2200"/>
              <a:t>कीर्ति = प्रसिद्धि / यश।</a:t>
            </a:r>
          </a:p>
          <a:p>
            <a:pPr/>
            <a:r>
              <a:rPr sz="2200"/>
              <a:t>न्यौछावर = त्याग, अर्पित।</a:t>
            </a:r>
          </a:p>
          <a:p>
            <a:pPr/>
            <a:r>
              <a:rPr sz="2200"/>
              <a:t>प्रणाम = आदरपूर्वक झुकना।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व्याकरण — संज्ञा / विशेषण / क्रिया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संज्ञा — व्यक्ति, स्थान, वस्तु का नाम (हिमालय, सिंधु, भारत)।</a:t>
            </a:r>
          </a:p>
          <a:p>
            <a:pPr/>
            <a:r>
              <a:rPr sz="2200"/>
              <a:t>विशेषण — विशेषता बताने वाले शब्द (ऊँचा, नीला, सच्चा)।</a:t>
            </a:r>
          </a:p>
          <a:p>
            <a:pPr/>
            <a:r>
              <a:rPr sz="2200"/>
              <a:t>क्रिया — काम बताने वाले शब्द (चूमता है, झूमता है, झुकाता हूँ)।</a:t>
            </a:r>
          </a:p>
          <a:p>
            <a:pPr/>
            <a:r>
              <a:rPr sz="2200"/>
              <a:t>उदाहरण: 'ऊँचा हिमालय आकाश को चूमता है।'</a:t>
            </a:r>
          </a:p>
          <a:p>
            <a:pPr/>
            <a:r>
              <a:rPr sz="2200"/>
              <a:t>ऊँचा (विशेषण), हिमालय / आकाश (संज्ञा), चूमता है (क्रिया)।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पर्यायवाची और विलोम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मातृभूमि → स्वदेश, जन्मभूमि।</a:t>
            </a:r>
          </a:p>
          <a:p>
            <a:pPr/>
            <a:r>
              <a:rPr sz="2200"/>
              <a:t>सिंधु → सागर, समुद्र, उदधि।</a:t>
            </a:r>
          </a:p>
          <a:p>
            <a:pPr/>
            <a:r>
              <a:rPr sz="2200"/>
              <a:t>आकाश → नभ, गगन।</a:t>
            </a:r>
          </a:p>
          <a:p>
            <a:pPr/>
            <a:r>
              <a:rPr sz="2200"/>
              <a:t>विलोम: ऊँचा × नीचा।</a:t>
            </a:r>
          </a:p>
          <a:p>
            <a:pPr/>
            <a:r>
              <a:rPr sz="2200"/>
              <a:t>विलोम: वीर × कायर; जीवन × मरण।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उदाहरण — एक पंक्ति का विश्लेषण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पंक्ति: 'नीचे चरण तले नित नीला सिंधु झूमता है।'</a:t>
            </a:r>
          </a:p>
          <a:p>
            <a:pPr/>
            <a:r>
              <a:rPr sz="2200"/>
              <a:t>नीचे, चरण, सिंधु = संज्ञा।</a:t>
            </a:r>
          </a:p>
          <a:p>
            <a:pPr/>
            <a:r>
              <a:rPr sz="2200"/>
              <a:t>नीला = विशेषण (सिंधु का)।</a:t>
            </a:r>
          </a:p>
          <a:p>
            <a:pPr/>
            <a:r>
              <a:rPr sz="2200"/>
              <a:t>झूमता है = क्रिया।</a:t>
            </a:r>
          </a:p>
          <a:p>
            <a:pPr/>
            <a:r>
              <a:rPr sz="2200"/>
              <a:t>अर्थ: देश के दक्षिण में सागर लहराता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अब आप करें (5 मिनट)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कविता के कवि का नाम?</a:t>
            </a:r>
          </a:p>
          <a:p>
            <a:pPr/>
            <a:r>
              <a:rPr sz="2200"/>
              <a:t>2. 'न्यौछावर' का अर्थ?</a:t>
            </a:r>
          </a:p>
          <a:p>
            <a:pPr/>
            <a:r>
              <a:rPr sz="2200"/>
              <a:t>3. 'वीर' का विलोम?</a:t>
            </a:r>
          </a:p>
          <a:p>
            <a:pPr/>
            <a:r>
              <a:rPr sz="2200"/>
              <a:t>4. 'सिंधु' का एक पर्यायवाची?</a:t>
            </a:r>
          </a:p>
          <a:p>
            <a:pPr/>
            <a:r>
              <a:rPr sz="2200"/>
              <a:t>5. 'मेरा देश' विषय पर एक वाक्य।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त्वरित जाँच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प्र.1 कवि कौन?</a:t>
            </a:r>
          </a:p>
          <a:p>
            <a:pPr/>
            <a:r>
              <a:rPr sz="2200"/>
              <a:t>प्र.2 हिमालय कहाँ?</a:t>
            </a:r>
          </a:p>
          <a:p>
            <a:pPr/>
            <a:r>
              <a:rPr sz="2200"/>
              <a:t>प्र.3 'त्रिवेणी' किन नदियों का संगम?</a:t>
            </a:r>
          </a:p>
          <a:p>
            <a:pPr/>
            <a:r>
              <a:rPr sz="2200"/>
              <a:t>प्र.4 कवि का सच्चा सपना?</a:t>
            </a:r>
          </a:p>
          <a:p>
            <a:pPr/>
            <a:r>
              <a:rPr sz="2200"/>
              <a:t>उँगलियों से उत्तर दिखाएँ।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मुख्य बातें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कवि — सोहनलाल द्विवेदी।</a:t>
            </a:r>
          </a:p>
          <a:p>
            <a:pPr/>
            <a:r>
              <a:rPr sz="2200"/>
              <a:t>कविता का भाव — देशप्रेम और सेवा।</a:t>
            </a:r>
          </a:p>
          <a:p>
            <a:pPr/>
            <a:r>
              <a:rPr sz="2200"/>
              <a:t>हिमालय (उत्तर) + सिंधु (दक्षिण) + त्रिवेणी।</a:t>
            </a:r>
          </a:p>
          <a:p>
            <a:pPr/>
            <a:r>
              <a:rPr sz="2200"/>
              <a:t>वीरों + संतों की भूमि।</a:t>
            </a:r>
          </a:p>
          <a:p>
            <a:pPr/>
            <a:r>
              <a:rPr sz="2200"/>
              <a:t>कवि का सच्चा सपना — मातृभूमि की सेवा।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