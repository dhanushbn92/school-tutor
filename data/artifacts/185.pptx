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find ANY place on Earth precisely? With a grid of imaginary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globe.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zones to climate.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India's hemispheres: Northern + Eastern.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each on the globe.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connection: rotation →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Locating Places on the Earth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Social Science  ·  Locating Places on the Earth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Describe the Earth's shape.</a:t>
            </a:r>
          </a:p>
          <a:p>
            <a:pPr/>
            <a:r>
              <a:rPr sz="2200"/>
              <a:t>Compare a globe and a map.</a:t>
            </a:r>
          </a:p>
          <a:p>
            <a:pPr/>
            <a:r>
              <a:rPr sz="2200"/>
              <a:t>Name the major parallels and meridians.</a:t>
            </a:r>
          </a:p>
          <a:p>
            <a:pPr/>
            <a:r>
              <a:rPr sz="2200"/>
              <a:t>Read a (latitude, longitude) coordinate.</a:t>
            </a:r>
          </a:p>
          <a:p>
            <a:pPr/>
            <a:r>
              <a:rPr sz="2200"/>
              <a:t>Compute time differences using the 15° rule.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of the 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Earth is an OBLATE SPHEROID — slightly flattened sphere.</a:t>
            </a:r>
          </a:p>
          <a:p>
            <a:pPr/>
            <a:r>
              <a:rPr sz="2200"/>
              <a:t>Bulged at the equator; flattened at the poles.</a:t>
            </a:r>
          </a:p>
          <a:p>
            <a:pPr/>
            <a:r>
              <a:rPr sz="2200"/>
              <a:t>Spinning axis: ends at the NORTH and SOUTH poles.</a:t>
            </a:r>
          </a:p>
          <a:p>
            <a:pPr/>
            <a:r>
              <a:rPr sz="2200"/>
              <a:t>Earth turns once in 24 hours.</a:t>
            </a:r>
          </a:p>
          <a:p>
            <a:pPr/>
            <a:r>
              <a:rPr sz="2200"/>
              <a:t>From space, looks like a blue-green ball.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Globe vs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GLOBE: round; accurate; hard to carry.</a:t>
            </a:r>
          </a:p>
          <a:p>
            <a:pPr/>
            <a:r>
              <a:rPr sz="2200"/>
              <a:t>MAP: flat; easy to carry; shows detail; distorts shapes.</a:t>
            </a:r>
          </a:p>
          <a:p>
            <a:pPr/>
            <a:r>
              <a:rPr sz="2200"/>
              <a:t>Globe for the whole picture.</a:t>
            </a:r>
          </a:p>
          <a:p>
            <a:pPr/>
            <a:r>
              <a:rPr sz="2200"/>
              <a:t>Map for the details.</a:t>
            </a:r>
          </a:p>
          <a:p>
            <a:pPr/>
            <a:r>
              <a:rPr sz="2200"/>
              <a:t>Both are useful — they complement each 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Latitudes (parallels)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East-west lines, parallel to the equator.</a:t>
            </a:r>
          </a:p>
          <a:p>
            <a:pPr/>
            <a:r>
              <a:rPr sz="2200"/>
              <a:t>Equator = 0°.</a:t>
            </a:r>
          </a:p>
          <a:p>
            <a:pPr/>
            <a:r>
              <a:rPr sz="2200"/>
              <a:t>Tropic of Cancer = 23½° N.</a:t>
            </a:r>
          </a:p>
          <a:p>
            <a:pPr/>
            <a:r>
              <a:rPr sz="2200"/>
              <a:t>Tropic of Capricorn = 23½° S.</a:t>
            </a:r>
          </a:p>
          <a:p>
            <a:pPr/>
            <a:r>
              <a:rPr sz="2200"/>
              <a:t>Arctic Circle = 66½° N; Antarctic Circle = 66½° S.</a:t>
            </a:r>
          </a:p>
          <a:p>
            <a:pPr/>
            <a:r>
              <a:rPr sz="2200"/>
              <a:t>Poles = 90° N and 90° 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Torrid Zone — between the two tropics. HOT.</a:t>
            </a:r>
          </a:p>
          <a:p>
            <a:pPr/>
            <a:r>
              <a:rPr sz="2200"/>
              <a:t>Temperate Zones — tropics to polar circles. MILD.</a:t>
            </a:r>
          </a:p>
          <a:p>
            <a:pPr/>
            <a:r>
              <a:rPr sz="2200"/>
              <a:t>Frigid Zones — inside polar circles. VERY COLD.</a:t>
            </a:r>
          </a:p>
          <a:p>
            <a:pPr/>
            <a:r>
              <a:rPr sz="2200"/>
              <a:t>Sun's angle drives the climate.</a:t>
            </a:r>
          </a:p>
          <a:p>
            <a:pPr/>
            <a:r>
              <a:rPr sz="2200"/>
              <a:t>India is mostly in the Torrid Zone.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Longitudes (meridians)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North-south lines, pole to pole.</a:t>
            </a:r>
          </a:p>
          <a:p>
            <a:pPr/>
            <a:r>
              <a:rPr sz="2200"/>
              <a:t>Prime Meridian = 0°. Passes through Greenwich.</a:t>
            </a:r>
          </a:p>
          <a:p>
            <a:pPr/>
            <a:r>
              <a:rPr sz="2200"/>
              <a:t>Measured 0° to 180° east AND 0° to 180° west.</a:t>
            </a:r>
          </a:p>
          <a:p>
            <a:pPr/>
            <a:r>
              <a:rPr sz="2200"/>
              <a:t>180° meridian = INTERNATIONAL DATE LINE.</a:t>
            </a:r>
          </a:p>
          <a:p>
            <a:pPr/>
            <a:r>
              <a:rPr sz="2200"/>
              <a:t>All meridians are the SAME length.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Hemispheres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Northern hemisphere — above the equator.</a:t>
            </a:r>
          </a:p>
          <a:p>
            <a:pPr/>
            <a:r>
              <a:rPr sz="2200"/>
              <a:t>Southern hemisphere — below the equator.</a:t>
            </a:r>
          </a:p>
          <a:p>
            <a:pPr/>
            <a:r>
              <a:rPr sz="2200"/>
              <a:t>Eastern hemisphere — east of the Prime Meridian.</a:t>
            </a:r>
          </a:p>
          <a:p>
            <a:pPr/>
            <a:r>
              <a:rPr sz="2200"/>
              <a:t>Western hemisphere — west of the Prime Meridian.</a:t>
            </a:r>
          </a:p>
          <a:p>
            <a:pPr/>
            <a:r>
              <a:rPr sz="2200"/>
              <a:t>Each place is in TWO hemispheres.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Coordinates — finding a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Coordinate = (latitude, longitude).</a:t>
            </a:r>
          </a:p>
          <a:p>
            <a:pPr/>
            <a:r>
              <a:rPr sz="2200"/>
              <a:t>Latitude FIRST; then longitude.</a:t>
            </a:r>
          </a:p>
          <a:p>
            <a:pPr/>
            <a:r>
              <a:rPr sz="2200"/>
              <a:t>Use N/S for lat; E/W for long.</a:t>
            </a:r>
          </a:p>
          <a:p>
            <a:pPr/>
            <a:r>
              <a:rPr sz="2200"/>
              <a:t>New Delhi ≈ (28.6° N, 77.2° E).</a:t>
            </a:r>
          </a:p>
          <a:p>
            <a:pPr/>
            <a:r>
              <a:rPr sz="2200"/>
              <a:t>Mumbai ≈ (19.1° N, 72.9° E).</a:t>
            </a:r>
          </a:p>
          <a:p>
            <a:pPr/>
            <a:r>
              <a:rPr sz="2200"/>
              <a:t>Sydney ≈ (33.9° S, 151.2° 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Find (28.6° N, 77.2° 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Step 1: trace 28.6° N latitude line.</a:t>
            </a:r>
          </a:p>
          <a:p>
            <a:pPr/>
            <a:r>
              <a:rPr sz="2200"/>
              <a:t>Step 2: trace 77.2° E longitude line.</a:t>
            </a:r>
          </a:p>
          <a:p>
            <a:pPr/>
            <a:r>
              <a:rPr sz="2200"/>
              <a:t>Step 3: where they cross — that's the place.</a:t>
            </a:r>
          </a:p>
          <a:p>
            <a:pPr/>
            <a:r>
              <a:rPr sz="2200"/>
              <a:t>Result: New Delhi.</a:t>
            </a:r>
          </a:p>
          <a:p>
            <a:pPr/>
            <a:r>
              <a:rPr sz="2200"/>
              <a:t>Hemisphere: Northern + Eastern.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and the 15°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Earth rotates 360° in 24 hours.</a:t>
            </a:r>
          </a:p>
          <a:p>
            <a:pPr/>
            <a:r>
              <a:rPr sz="2200"/>
              <a:t>→ 15° per hour.</a:t>
            </a:r>
          </a:p>
          <a:p>
            <a:pPr/>
            <a:r>
              <a:rPr sz="2200"/>
              <a:t>→ 1° = 4 minutes.</a:t>
            </a:r>
          </a:p>
          <a:p>
            <a:pPr/>
            <a:r>
              <a:rPr sz="2200"/>
              <a:t>Each 15° of longitude = 1 hour of time difference.</a:t>
            </a:r>
          </a:p>
          <a:p>
            <a:pPr/>
            <a:r>
              <a:rPr sz="2200"/>
              <a:t>East is AHEAD; west is BEHIND.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Greenwich → India (75° 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Difference: 75° east of Greenwich.</a:t>
            </a:r>
          </a:p>
          <a:p>
            <a:pPr/>
            <a:r>
              <a:rPr sz="2200"/>
              <a:t>Hours: 75 / 15 = 5.</a:t>
            </a:r>
          </a:p>
          <a:p>
            <a:pPr/>
            <a:r>
              <a:rPr sz="2200"/>
              <a:t>India is 5 h AHEAD of Greenwich.</a:t>
            </a:r>
          </a:p>
          <a:p>
            <a:pPr/>
            <a:r>
              <a:rPr sz="2200"/>
              <a:t>When Greenwich = 12 noon, India = 5 pm.</a:t>
            </a:r>
          </a:p>
          <a:p>
            <a:pPr/>
            <a:r>
              <a:rPr sz="2200"/>
              <a:t>(IST is set to 82.5° E, so actual difference is 5 h 30 min.)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Equator's latitude?</a:t>
            </a:r>
          </a:p>
          <a:p>
            <a:pPr/>
            <a:r>
              <a:rPr sz="2200"/>
              <a:t>2. Tropic of Cancer's latitude?</a:t>
            </a:r>
          </a:p>
          <a:p>
            <a:pPr/>
            <a:r>
              <a:rPr sz="2200"/>
              <a:t>3. Mumbai's coordinates?</a:t>
            </a:r>
          </a:p>
          <a:p>
            <a:pPr/>
            <a:r>
              <a:rPr sz="2200"/>
              <a:t>4. London (51.5° N, 0.1° W) is in which hemispheres?</a:t>
            </a:r>
          </a:p>
          <a:p>
            <a:pPr/>
            <a:r>
              <a:rPr sz="2200"/>
              <a:t>5. 60° east of Greenwich → time difference?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Latitude of Tropic of Capricorn?</a:t>
            </a:r>
          </a:p>
          <a:p>
            <a:pPr/>
            <a:r>
              <a:rPr sz="2200"/>
              <a:t>Q2. Prime Meridian = which longitude?</a:t>
            </a:r>
          </a:p>
          <a:p>
            <a:pPr/>
            <a:r>
              <a:rPr sz="2200"/>
              <a:t>Q3. Heat zone between the tropics?</a:t>
            </a:r>
          </a:p>
          <a:p>
            <a:pPr/>
            <a:r>
              <a:rPr sz="2200"/>
              <a:t>Q4. Earth turns __° per hour?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Earth is an oblate spheroid.</a:t>
            </a:r>
          </a:p>
          <a:p>
            <a:pPr/>
            <a:r>
              <a:rPr sz="2200"/>
              <a:t>Latitudes (parallels) measure N/S; longitudes (meridians) measure E/W.</a:t>
            </a:r>
          </a:p>
          <a:p>
            <a:pPr/>
            <a:r>
              <a:rPr sz="2200"/>
              <a:t>Equator (0° lat) and Prime Meridian (0° long) are the master references.</a:t>
            </a:r>
          </a:p>
          <a:p>
            <a:pPr/>
            <a:r>
              <a:rPr sz="2200"/>
              <a:t>Coordinates: (latitude, longitude) — N/S and E/W.</a:t>
            </a:r>
          </a:p>
          <a:p>
            <a:pPr/>
            <a:r>
              <a:rPr sz="2200"/>
              <a:t>Heat zones: Torrid, Temperate, Frigid.</a:t>
            </a:r>
          </a:p>
          <a:p>
            <a:pPr/>
            <a:r>
              <a:rPr sz="2200"/>
              <a:t>15° = 1 hour; IST = 82.5° 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