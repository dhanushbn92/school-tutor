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Mathematics is more than arithmetic — it's the search for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each; ask which seems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spirit of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on board with one example computed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Fibonacci appears in pine cones and flower petals.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ways of seeing the same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draw 4 × 4 in their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Triangular numbers appear in stacked logs and bowling pins.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L-shape strips inside a 4×4 grid to PROVE this visually.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Gauss anecdote — child mathematician summed 1 to 100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Beautiful pattern — relates two famous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Shapes give a 'WHY' that pure numbers sometimes hide.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room; address common slips.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question with the most disagreement.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worksheet;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Patterns in Mathematics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Mathematics  ·  Patterns in Mathematics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Spot the rule of a number sequence and find the next term.</a:t>
            </a:r>
          </a:p>
          <a:p>
            <a:pPr/>
            <a:r>
              <a:rPr sz="2200"/>
              <a:t>Recognise common sequences: counting, even, odd, square, triangular, cube, Fibonacci.</a:t>
            </a:r>
          </a:p>
          <a:p>
            <a:pPr/>
            <a:r>
              <a:rPr sz="2200"/>
              <a:t>Draw dot diagrams for square and triangular numbers.</a:t>
            </a:r>
          </a:p>
          <a:p>
            <a:pPr/>
            <a:r>
              <a:rPr sz="2200"/>
              <a:t>Use the rules 1+3+5+…=n^2 and triangular(n)=n(n+1)/2.</a:t>
            </a:r>
          </a:p>
          <a:p>
            <a:pPr/>
            <a:r>
              <a:rPr sz="2200"/>
              <a:t>Connect number patterns and shape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mathematics?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Not just numbers — the search for PATTERNS.</a:t>
            </a:r>
          </a:p>
          <a:p>
            <a:pPr/>
            <a:r>
              <a:rPr sz="2200"/>
              <a:t>Mathematicians ask: 'What comes next?'</a:t>
            </a:r>
          </a:p>
          <a:p>
            <a:pPr/>
            <a:r>
              <a:rPr sz="2200"/>
              <a:t>And: 'Why does this rule work?'</a:t>
            </a:r>
          </a:p>
          <a:p>
            <a:pPr/>
            <a:r>
              <a:rPr sz="2200"/>
              <a:t>Spotting a pattern → predicting → understanding.</a:t>
            </a:r>
          </a:p>
          <a:p>
            <a:pPr/>
            <a:r>
              <a:rPr sz="2200"/>
              <a:t>Patterns are everywhere — petals, bricks, sound waves.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Famous number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Counting: 1, 2, 3, 4, 5, …</a:t>
            </a:r>
          </a:p>
          <a:p>
            <a:pPr/>
            <a:r>
              <a:rPr sz="2200"/>
              <a:t>Even: 2, 4, 6, 8, … (×2 each step? or +2?). +2.</a:t>
            </a:r>
          </a:p>
          <a:p>
            <a:pPr/>
            <a:r>
              <a:rPr sz="2200"/>
              <a:t>Odd: 1, 3, 5, 7, …</a:t>
            </a:r>
          </a:p>
          <a:p>
            <a:pPr/>
            <a:r>
              <a:rPr sz="2200"/>
              <a:t>Square: 1, 4, 9, 16, 25, … (n×n).</a:t>
            </a:r>
          </a:p>
          <a:p>
            <a:pPr/>
            <a:r>
              <a:rPr sz="2200"/>
              <a:t>Triangular: 1, 3, 6, 10, 15, … (1+2+…+n).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sequences worth knowing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Cube numbers: 1, 8, 27, 64, … (n × n × n).</a:t>
            </a:r>
          </a:p>
          <a:p>
            <a:pPr/>
            <a:r>
              <a:rPr sz="2200"/>
              <a:t>Powers of 2: 1, 2, 4, 8, 16, … (double).</a:t>
            </a:r>
          </a:p>
          <a:p>
            <a:pPr/>
            <a:r>
              <a:rPr sz="2200"/>
              <a:t>Powers of 3: 1, 3, 9, 27, 81, … (triple).</a:t>
            </a:r>
          </a:p>
          <a:p>
            <a:pPr/>
            <a:r>
              <a:rPr sz="2200"/>
              <a:t>Fibonacci: 1, 1, 2, 3, 5, 8, 13, … (sum of previous two).</a:t>
            </a:r>
          </a:p>
          <a:p>
            <a:pPr/>
            <a:r>
              <a:rPr sz="2200"/>
              <a:t>Each has a clear rule — once you spot it, you can extend forever.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Find the rule, find the next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Sequence: 1, 4, 9, 16, …</a:t>
            </a:r>
          </a:p>
          <a:p>
            <a:pPr/>
            <a:r>
              <a:rPr sz="2200"/>
              <a:t>Differences: 3, 5, 7. (Odd numbers!)</a:t>
            </a:r>
          </a:p>
          <a:p>
            <a:pPr/>
            <a:r>
              <a:rPr sz="2200"/>
              <a:t>Or: 1 = 1×1; 4 = 2×2; 9 = 3×3; 16 = 4×4.</a:t>
            </a:r>
          </a:p>
          <a:p>
            <a:pPr/>
            <a:r>
              <a:rPr sz="2200"/>
              <a:t>Rule: n × n.</a:t>
            </a:r>
          </a:p>
          <a:p>
            <a:pPr/>
            <a:r>
              <a:rPr sz="2200"/>
              <a:t>Next term: 5 × 5 = 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Visualising — square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 = 1 dot.</a:t>
            </a:r>
          </a:p>
          <a:p>
            <a:pPr/>
            <a:r>
              <a:rPr sz="2200"/>
              <a:t>4 = 2 × 2 grid of dots.</a:t>
            </a:r>
          </a:p>
          <a:p>
            <a:pPr/>
            <a:r>
              <a:rPr sz="2200"/>
              <a:t>9 = 3 × 3 grid.</a:t>
            </a:r>
          </a:p>
          <a:p>
            <a:pPr/>
            <a:r>
              <a:rPr sz="2200"/>
              <a:t>16 = 4 × 4 grid.</a:t>
            </a:r>
          </a:p>
          <a:p>
            <a:pPr/>
            <a:r>
              <a:rPr sz="2200"/>
              <a:t>Why 'square'? Because the dots form a SQUARE.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Visualising — triangular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 = 1 dot.</a:t>
            </a:r>
          </a:p>
          <a:p>
            <a:pPr/>
            <a:r>
              <a:rPr sz="2200"/>
              <a:t>3 = 1 + 2 (a tiny triangle).</a:t>
            </a:r>
          </a:p>
          <a:p>
            <a:pPr/>
            <a:r>
              <a:rPr sz="2200"/>
              <a:t>6 = 1 + 2 + 3.</a:t>
            </a:r>
          </a:p>
          <a:p>
            <a:pPr/>
            <a:r>
              <a:rPr sz="2200"/>
              <a:t>10 = 1 + 2 + 3 + 4.</a:t>
            </a:r>
          </a:p>
          <a:p>
            <a:pPr/>
            <a:r>
              <a:rPr sz="2200"/>
              <a:t>Why 'triangular'? The dots form a TRIANGLE.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Surprise! Sum of odd numbers = 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 = 1 = 1^2.</a:t>
            </a:r>
          </a:p>
          <a:p>
            <a:pPr/>
            <a:r>
              <a:rPr sz="2200"/>
              <a:t>1 + 3 = 4 = 2^2.</a:t>
            </a:r>
          </a:p>
          <a:p>
            <a:pPr/>
            <a:r>
              <a:rPr sz="2200"/>
              <a:t>1 + 3 + 5 = 9 = 3^2.</a:t>
            </a:r>
          </a:p>
          <a:p>
            <a:pPr/>
            <a:r>
              <a:rPr sz="2200"/>
              <a:t>1 + 3 + 5 + 7 = 16 = 4^2.</a:t>
            </a:r>
          </a:p>
          <a:p>
            <a:pPr/>
            <a:r>
              <a:rPr sz="2200"/>
              <a:t>Rule: 1 + 3 + 5 + … + (2n − 1) = n^2.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The famous formula: triangular(n) = n(n+1)/2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Two copies of an n-row triangle fit into an n × (n+1) rectangle.</a:t>
            </a:r>
          </a:p>
          <a:p>
            <a:pPr/>
            <a:r>
              <a:rPr sz="2200"/>
              <a:t>Number of dots in the rectangle = n × (n + 1).</a:t>
            </a:r>
          </a:p>
          <a:p>
            <a:pPr/>
            <a:r>
              <a:rPr sz="2200"/>
              <a:t>Each triangle has half the dots: n × (n + 1) / 2.</a:t>
            </a:r>
          </a:p>
          <a:p>
            <a:pPr/>
            <a:r>
              <a:rPr sz="2200"/>
              <a:t>Quick check: triangular(4) = 4 × 5 / 2 = 10 ✓.</a:t>
            </a:r>
          </a:p>
          <a:p>
            <a:pPr/>
            <a:r>
              <a:rPr sz="2200"/>
              <a:t>Use the formula: 1 + 2 + 3 + … + 100 = 100 × 101 / 2 = 5050!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consecutive triangulars sum to a 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triangular(1) + triangular(2) = 1 + 3 = 4 = 2^2.</a:t>
            </a:r>
          </a:p>
          <a:p>
            <a:pPr/>
            <a:r>
              <a:rPr sz="2200"/>
              <a:t>triangular(2) + triangular(3) = 3 + 6 = 9 = 3^2.</a:t>
            </a:r>
          </a:p>
          <a:p>
            <a:pPr/>
            <a:r>
              <a:rPr sz="2200"/>
              <a:t>triangular(3) + triangular(4) = 6 + 10 = 16 = 4^2.</a:t>
            </a:r>
          </a:p>
          <a:p>
            <a:pPr/>
            <a:r>
              <a:rPr sz="2200"/>
              <a:t>Pattern: triangular(n) + triangular(n+1) = (n+1)^2.</a:t>
            </a:r>
          </a:p>
          <a:p>
            <a:pPr/>
            <a:r>
              <a:rPr sz="2200"/>
              <a:t>Picture: two triangles stack into a square.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 in shapes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Line of squares: 1, 2, 3, 4, … (counting).</a:t>
            </a:r>
          </a:p>
          <a:p>
            <a:pPr/>
            <a:r>
              <a:rPr sz="2200"/>
              <a:t>Staircase: 1, 3, 6, 10, … (triangular).</a:t>
            </a:r>
          </a:p>
          <a:p>
            <a:pPr/>
            <a:r>
              <a:rPr sz="2200"/>
              <a:t>Square grid: 1, 4, 9, 16, … (square).</a:t>
            </a:r>
          </a:p>
          <a:p>
            <a:pPr/>
            <a:r>
              <a:rPr sz="2200"/>
              <a:t>Pentagon: 1, 5, 12, 22, … (pentagonal).</a:t>
            </a:r>
          </a:p>
          <a:p>
            <a:pPr/>
            <a:r>
              <a:rPr sz="2200"/>
              <a:t>Every shape sequence has a number rule.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Find the next term: 1, 4, 9, 16, ___.</a:t>
            </a:r>
          </a:p>
          <a:p>
            <a:pPr/>
            <a:r>
              <a:rPr sz="2200"/>
              <a:t>2. Find the 7th triangular number.</a:t>
            </a:r>
          </a:p>
          <a:p>
            <a:pPr/>
            <a:r>
              <a:rPr sz="2200"/>
              <a:t>3. Find 1 + 3 + 5 + 7 + 9 + 11.</a:t>
            </a:r>
          </a:p>
          <a:p>
            <a:pPr/>
            <a:r>
              <a:rPr sz="2200"/>
              <a:t>4. Find triangular(5) + triangular(6) — is it a square?</a:t>
            </a:r>
          </a:p>
          <a:p>
            <a:pPr/>
            <a:r>
              <a:rPr sz="2200"/>
              <a:t>5. Make up a sequence with rule 'add 6 each time, starting at 4'.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6th square number?</a:t>
            </a:r>
          </a:p>
          <a:p>
            <a:pPr/>
            <a:r>
              <a:rPr sz="2200"/>
              <a:t>Q2. 5th triangular number?</a:t>
            </a:r>
          </a:p>
          <a:p>
            <a:pPr/>
            <a:r>
              <a:rPr sz="2200"/>
              <a:t>Q3. Next: 2, 4, 8, 16, ___?</a:t>
            </a:r>
          </a:p>
          <a:p>
            <a:pPr/>
            <a:r>
              <a:rPr sz="2200"/>
              <a:t>Q4. Sum of first 7 odd numbers?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Mathematics = the search for patterns.</a:t>
            </a:r>
          </a:p>
          <a:p>
            <a:pPr/>
            <a:r>
              <a:rPr sz="2200"/>
              <a:t>Common sequences: counting / even / odd / square / triangular / cube / Fibonacci / powers.</a:t>
            </a:r>
          </a:p>
          <a:p>
            <a:pPr/>
            <a:r>
              <a:rPr sz="2200"/>
              <a:t>Sum of first n odd numbers = n^2.</a:t>
            </a:r>
          </a:p>
          <a:p>
            <a:pPr/>
            <a:r>
              <a:rPr sz="2200"/>
              <a:t>Triangular(n) = n(n + 1) / 2.</a:t>
            </a:r>
          </a:p>
          <a:p>
            <a:pPr/>
            <a:r>
              <a:rPr sz="2200"/>
              <a:t>Two consecutive triangulars sum to a square.</a:t>
            </a:r>
          </a:p>
          <a:p>
            <a:pPr/>
            <a:r>
              <a:rPr sz="2200"/>
              <a:t>Switch between numbers and shapes when stuck.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